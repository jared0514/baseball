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7"/>
  </p:notesMasterIdLst>
  <p:handoutMasterIdLst>
    <p:handoutMasterId r:id="rId18"/>
  </p:handoutMasterIdLst>
  <p:sldIdLst>
    <p:sldId id="324" r:id="rId2"/>
    <p:sldId id="329" r:id="rId3"/>
    <p:sldId id="326" r:id="rId4"/>
    <p:sldId id="330" r:id="rId5"/>
    <p:sldId id="331" r:id="rId6"/>
    <p:sldId id="327" r:id="rId7"/>
    <p:sldId id="335" r:id="rId8"/>
    <p:sldId id="336" r:id="rId9"/>
    <p:sldId id="337" r:id="rId10"/>
    <p:sldId id="332" r:id="rId11"/>
    <p:sldId id="338" r:id="rId12"/>
    <p:sldId id="339" r:id="rId13"/>
    <p:sldId id="333" r:id="rId14"/>
    <p:sldId id="334" r:id="rId15"/>
    <p:sldId id="340" r:id="rId16"/>
  </p:sldIdLst>
  <p:sldSz cx="24384000" cy="13716000"/>
  <p:notesSz cx="4683125" cy="8686800"/>
  <p:defaultTextStyle>
    <a:defPPr>
      <a:defRPr lang="zh-TW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jamin Chang" initials="BC" lastIdx="1" clrIdx="0">
    <p:extLst>
      <p:ext uri="{19B8F6BF-5375-455C-9EA6-DF929625EA0E}">
        <p15:presenceInfo xmlns:p15="http://schemas.microsoft.com/office/powerpoint/2012/main" userId="fb1a83b4d77ab87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700"/>
    <a:srgbClr val="FFFFFF"/>
    <a:srgbClr val="F2F2F2"/>
    <a:srgbClr val="5C81B5"/>
    <a:srgbClr val="065FA3"/>
    <a:srgbClr val="0000FF"/>
    <a:srgbClr val="000000"/>
    <a:srgbClr val="323E1A"/>
    <a:srgbClr val="003300"/>
    <a:srgbClr val="0000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37FEC-B026-4596-9FF7-21EF06875826}" v="6" dt="2024-05-28T08:33:43.647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2" autoAdjust="0"/>
    <p:restoredTop sz="88613" autoAdjust="0"/>
  </p:normalViewPr>
  <p:slideViewPr>
    <p:cSldViewPr showGuides="1">
      <p:cViewPr varScale="1">
        <p:scale>
          <a:sx n="43" d="100"/>
          <a:sy n="43" d="100"/>
        </p:scale>
        <p:origin x="1040" y="5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27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家凱 張" userId="fb1a83b4d77ab87e" providerId="LiveId" clId="{D509C642-1028-4E88-942B-239734153267}"/>
    <pc:docChg chg="undo custSel addSld delSld modSld">
      <pc:chgData name="家凱 張" userId="fb1a83b4d77ab87e" providerId="LiveId" clId="{D509C642-1028-4E88-942B-239734153267}" dt="2023-12-18T18:28:38.633" v="7575" actId="164"/>
      <pc:docMkLst>
        <pc:docMk/>
      </pc:docMkLst>
      <pc:sldChg chg="modSp mod modTransition">
        <pc:chgData name="家凱 張" userId="fb1a83b4d77ab87e" providerId="LiveId" clId="{D509C642-1028-4E88-942B-239734153267}" dt="2023-12-11T05:50:29.988" v="4438"/>
        <pc:sldMkLst>
          <pc:docMk/>
          <pc:sldMk cId="858009255" sldId="323"/>
        </pc:sldMkLst>
        <pc:spChg chg="mod">
          <ac:chgData name="家凱 張" userId="fb1a83b4d77ab87e" providerId="LiveId" clId="{D509C642-1028-4E88-942B-239734153267}" dt="2023-12-06T04:18:55.949" v="49" actId="20577"/>
          <ac:spMkLst>
            <pc:docMk/>
            <pc:sldMk cId="858009255" sldId="323"/>
            <ac:spMk id="5" creationId="{F3EF4AB7-5B0F-4EF2-A2A7-08034AF270E4}"/>
          </ac:spMkLst>
        </pc:spChg>
      </pc:sldChg>
      <pc:sldChg chg="modTransition">
        <pc:chgData name="家凱 張" userId="fb1a83b4d77ab87e" providerId="LiveId" clId="{D509C642-1028-4E88-942B-239734153267}" dt="2023-12-11T05:50:29.994" v="4451"/>
        <pc:sldMkLst>
          <pc:docMk/>
          <pc:sldMk cId="3873409146" sldId="324"/>
        </pc:sldMkLst>
      </pc:sldChg>
      <pc:sldChg chg="modTransition">
        <pc:chgData name="家凱 張" userId="fb1a83b4d77ab87e" providerId="LiveId" clId="{D509C642-1028-4E88-942B-239734153267}" dt="2023-12-11T05:50:29.994" v="4452"/>
        <pc:sldMkLst>
          <pc:docMk/>
          <pc:sldMk cId="236391632" sldId="325"/>
        </pc:sldMkLst>
      </pc:sldChg>
      <pc:sldChg chg="modTransition">
        <pc:chgData name="家凱 張" userId="fb1a83b4d77ab87e" providerId="LiveId" clId="{D509C642-1028-4E88-942B-239734153267}" dt="2023-12-11T05:50:29.994" v="4453"/>
        <pc:sldMkLst>
          <pc:docMk/>
          <pc:sldMk cId="141819998" sldId="326"/>
        </pc:sldMkLst>
      </pc:sldChg>
      <pc:sldChg chg="modTransition">
        <pc:chgData name="家凱 張" userId="fb1a83b4d77ab87e" providerId="LiveId" clId="{D509C642-1028-4E88-942B-239734153267}" dt="2023-12-11T05:50:29.995" v="4454"/>
        <pc:sldMkLst>
          <pc:docMk/>
          <pc:sldMk cId="563561469" sldId="327"/>
        </pc:sldMkLst>
      </pc:sldChg>
      <pc:sldChg chg="addSp delSp modSp new mod modTransition">
        <pc:chgData name="家凱 張" userId="fb1a83b4d77ab87e" providerId="LiveId" clId="{D509C642-1028-4E88-942B-239734153267}" dt="2023-12-11T05:50:29.989" v="4439"/>
        <pc:sldMkLst>
          <pc:docMk/>
          <pc:sldMk cId="1279382185" sldId="328"/>
        </pc:sldMkLst>
        <pc:spChg chg="mod">
          <ac:chgData name="家凱 張" userId="fb1a83b4d77ab87e" providerId="LiveId" clId="{D509C642-1028-4E88-942B-239734153267}" dt="2023-12-06T04:19:15.763" v="83" actId="20577"/>
          <ac:spMkLst>
            <pc:docMk/>
            <pc:sldMk cId="1279382185" sldId="328"/>
            <ac:spMk id="2" creationId="{FA01E3DB-8A5B-DF63-3868-75322EFB4E03}"/>
          </ac:spMkLst>
        </pc:spChg>
        <pc:spChg chg="del">
          <ac:chgData name="家凱 張" userId="fb1a83b4d77ab87e" providerId="LiveId" clId="{D509C642-1028-4E88-942B-239734153267}" dt="2023-12-06T04:19:21.570" v="84" actId="478"/>
          <ac:spMkLst>
            <pc:docMk/>
            <pc:sldMk cId="1279382185" sldId="328"/>
            <ac:spMk id="3" creationId="{31ACD734-262D-924E-8C9B-30E61EAABB2B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5" creationId="{B5D66E3A-BA08-C882-265D-49D2A99511DD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6" creationId="{6AF225B9-C4F3-3885-DD54-3BA6E595EDD4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7" creationId="{2B79C6A0-6F68-AC47-64C6-3F84CCCD41FD}"/>
          </ac:spMkLst>
        </pc:spChg>
        <pc:spChg chg="add mod">
          <ac:chgData name="家凱 張" userId="fb1a83b4d77ab87e" providerId="LiveId" clId="{D509C642-1028-4E88-942B-239734153267}" dt="2023-12-06T04:21:46.932" v="261" actId="571"/>
          <ac:spMkLst>
            <pc:docMk/>
            <pc:sldMk cId="1279382185" sldId="328"/>
            <ac:spMk id="8" creationId="{29052FBE-BD00-F721-4218-1DEFF97553C3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9" creationId="{0DF1E7A0-BDC1-B838-A97B-A2442AF14B7F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10" creationId="{A7C96DF2-6E9D-1887-CBBD-B152E83D0035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31" creationId="{86DF97F5-2ED4-8C69-DA11-D732837E237C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33" creationId="{9835F4FE-DB6E-B920-99C3-178D9C6D04C7}"/>
          </ac:spMkLst>
        </pc:spChg>
        <pc:spChg chg="add mod">
          <ac:chgData name="家凱 張" userId="fb1a83b4d77ab87e" providerId="LiveId" clId="{D509C642-1028-4E88-942B-239734153267}" dt="2023-12-06T04:25:52.691" v="445" actId="1076"/>
          <ac:spMkLst>
            <pc:docMk/>
            <pc:sldMk cId="1279382185" sldId="328"/>
            <ac:spMk id="53" creationId="{440CCF51-C891-05BA-6ACE-9DA09D45929C}"/>
          </ac:spMkLst>
        </pc:sp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2" creationId="{77674CDA-FE60-0EAB-B2C0-E181345710F9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3" creationId="{7FBBA793-50E2-3E04-A48D-62356A34C46B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4" creationId="{C2FD2405-69B0-F68F-F234-2C82062DA16E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0" creationId="{6505A3F3-1911-B157-FD4A-24CD778F06D2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3" creationId="{1290B1D9-1D7B-CF31-A572-BA86BB3E6515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4" creationId="{2566C3B9-5CA9-FA33-6F30-1EBBE322E9F3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34" creationId="{717E8187-8174-0E84-1549-B076CB5A3574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37" creationId="{5A57569A-06D1-7C23-39DD-BC02FFFF0CFB}"/>
          </ac:cxnSpMkLst>
        </pc:cxnChg>
      </pc:sldChg>
      <pc:sldChg chg="addSp delSp modSp new mod modTransition modClrScheme chgLayout">
        <pc:chgData name="家凱 張" userId="fb1a83b4d77ab87e" providerId="LiveId" clId="{D509C642-1028-4E88-942B-239734153267}" dt="2023-12-11T05:50:29.989" v="4440"/>
        <pc:sldMkLst>
          <pc:docMk/>
          <pc:sldMk cId="2614594759" sldId="329"/>
        </pc:sldMkLst>
        <pc:spChg chg="del">
          <ac:chgData name="家凱 張" userId="fb1a83b4d77ab87e" providerId="LiveId" clId="{D509C642-1028-4E88-942B-239734153267}" dt="2023-12-09T10:51:47.967" v="1012" actId="478"/>
          <ac:spMkLst>
            <pc:docMk/>
            <pc:sldMk cId="2614594759" sldId="329"/>
            <ac:spMk id="2" creationId="{7FE90224-B6EA-7C1F-E55E-9D19DD53B5B8}"/>
          </ac:spMkLst>
        </pc:spChg>
        <pc:spChg chg="del">
          <ac:chgData name="家凱 張" userId="fb1a83b4d77ab87e" providerId="LiveId" clId="{D509C642-1028-4E88-942B-239734153267}" dt="2023-12-09T10:21:27.158" v="449" actId="478"/>
          <ac:spMkLst>
            <pc:docMk/>
            <pc:sldMk cId="2614594759" sldId="329"/>
            <ac:spMk id="3" creationId="{45FC09DF-8ED2-8864-DEA2-A04CE29B56D5}"/>
          </ac:spMkLst>
        </pc:spChg>
        <pc:spChg chg="mod ord">
          <ac:chgData name="家凱 張" userId="fb1a83b4d77ab87e" providerId="LiveId" clId="{D509C642-1028-4E88-942B-239734153267}" dt="2023-12-09T10:59:42.266" v="1164" actId="700"/>
          <ac:spMkLst>
            <pc:docMk/>
            <pc:sldMk cId="2614594759" sldId="329"/>
            <ac:spMk id="4" creationId="{BD268EEF-7733-6761-92C4-D69B00AFA020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8" creationId="{186E3DCF-DC45-CE5D-53B8-0CA63D069B9B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9" creationId="{94FC0459-8884-5DDB-2ACB-300120987187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10" creationId="{95EA7827-E6CA-C6A4-A2D0-8A1482EE978C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0" creationId="{93177FCE-BD92-0F4D-CE52-65E9D229E6C5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1" creationId="{D3B7B6C5-34C3-1197-09B1-8485EEBE753E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2" creationId="{57F8D004-6DE6-ED86-07CD-3CBFFA5D4A42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4" creationId="{AF0D0D7A-453D-DDF2-9FE6-3543F8E54DE3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8" creationId="{537CEDA8-D6AC-C9B2-9DD2-6D0155E87DCD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9" creationId="{54D32E3D-DA13-5547-1574-63D564417A2B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0" creationId="{0324E67C-640B-6522-826F-66D1673F3AFE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1" creationId="{7DD7DEDB-9ABE-0FB6-8D2B-89F9F113B93D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2" creationId="{F42978D6-5F49-719F-36CA-9689691BFD31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3" creationId="{928D9C6D-0560-7E70-9A80-7F68C3176C31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7" creationId="{CA96934E-5A08-625D-266F-21A82F8993D7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8" creationId="{A1D09644-39CB-11A2-F985-AF4B7415E8FB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9" creationId="{FC89572B-68F9-53C5-55C3-B72D26066C14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69" creationId="{694813C2-B356-0813-AC24-CB8F0374440A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0" creationId="{E617FC09-034F-C4BF-B2D4-EBD7DBEC0CB2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1" creationId="{F6365C55-EA6B-0EEE-F8C9-1F5303EA2BD6}"/>
          </ac:spMkLst>
        </pc:spChg>
        <pc:spChg chg="del mod topLvl">
          <ac:chgData name="家凱 張" userId="fb1a83b4d77ab87e" providerId="LiveId" clId="{D509C642-1028-4E88-942B-239734153267}" dt="2023-12-09T10:31:32.352" v="874" actId="478"/>
          <ac:spMkLst>
            <pc:docMk/>
            <pc:sldMk cId="2614594759" sldId="329"/>
            <ac:spMk id="73" creationId="{3283C19E-DD78-D8B8-6E99-49B7066593CB}"/>
          </ac:spMkLst>
        </pc:spChg>
        <pc:spChg chg="del mod topLvl">
          <ac:chgData name="家凱 張" userId="fb1a83b4d77ab87e" providerId="LiveId" clId="{D509C642-1028-4E88-942B-239734153267}" dt="2023-12-09T10:26:13.176" v="674" actId="478"/>
          <ac:spMkLst>
            <pc:docMk/>
            <pc:sldMk cId="2614594759" sldId="329"/>
            <ac:spMk id="77" creationId="{1A8BCAAD-B391-AC34-0561-BD8E9998E5D0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8" creationId="{2F216481-271D-05B9-80A6-416726AAF8F7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9" creationId="{3ADF6A08-27CD-A339-EE3D-CDE5E28D46B1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0" creationId="{BCE11DDB-E370-5348-579E-02971F1B2CBE}"/>
          </ac:spMkLst>
        </pc:spChg>
        <pc:spChg chg="del mod topLvl">
          <ac:chgData name="家凱 張" userId="fb1a83b4d77ab87e" providerId="LiveId" clId="{D509C642-1028-4E88-942B-239734153267}" dt="2023-12-09T10:31:00.814" v="834" actId="478"/>
          <ac:spMkLst>
            <pc:docMk/>
            <pc:sldMk cId="2614594759" sldId="329"/>
            <ac:spMk id="81" creationId="{E0CCFEC1-97EB-0CB1-089C-B92569A1D951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2" creationId="{C3060D8A-1D73-1F18-2DC3-C84B2C7E7E08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3" creationId="{976D02BB-F122-14DF-3186-32FA066AA7DC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4" creationId="{D5DFA1D5-9934-9FBD-0AD1-80EE3BE07CEF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5" creationId="{15322C4B-0F4F-4DAA-5567-668D7D1DDA52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6" creationId="{0505A732-3C97-D703-2CC6-3542DE003665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7" creationId="{A32F493C-6583-0A7B-E449-B93EDE6EDB1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8" creationId="{D0400459-C9AC-8964-DA84-EB581BCC822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9" creationId="{964E8D34-97CB-CA1B-F02E-7C7483F4B806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0" creationId="{D841F807-4FA4-2E46-EF21-3159A82F8815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1" creationId="{978F76E5-879B-0087-D3C8-D4E444EDD229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2" creationId="{C6508E6E-3CF4-EC75-2467-BE9412A5C546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3" creationId="{26B44D34-9C6A-9DBB-6454-59F01748586F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4" creationId="{F95C4C51-3A0A-95AE-AB01-9970895D2BEC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5" creationId="{9DD47828-960A-E569-5F5C-BEDDF7051E72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6" creationId="{E93F325D-4D3F-4C0A-7412-F5ADB994514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7" creationId="{E6B5E621-4B1A-E131-2345-9ACD5E7B35ED}"/>
          </ac:spMkLst>
        </pc:spChg>
        <pc:spChg chg="add mod ord">
          <ac:chgData name="家凱 張" userId="fb1a83b4d77ab87e" providerId="LiveId" clId="{D509C642-1028-4E88-942B-239734153267}" dt="2023-12-09T12:45:18.013" v="2027"/>
          <ac:spMkLst>
            <pc:docMk/>
            <pc:sldMk cId="2614594759" sldId="329"/>
            <ac:spMk id="100" creationId="{9B506A8B-51AE-CF82-E366-7AFFF1953F4C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1" creationId="{657D324F-DB0A-61F8-0CD2-CC870B5ABF91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2" creationId="{FD37C79C-A03F-382A-D823-127C31AA357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3" creationId="{60E8F180-029B-79FC-42BF-3EF4ED64606B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4" creationId="{D600A961-6AA2-2052-B4BD-E1EE678533CF}"/>
          </ac:spMkLst>
        </pc:spChg>
        <pc:spChg chg="add del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5" creationId="{1A8C0A2D-3E4A-4C84-1CC9-269DBBE1C297}"/>
          </ac:spMkLst>
        </pc:spChg>
        <pc:spChg chg="add del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6" creationId="{E47CA68D-4168-2860-3926-33D624AB5003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" creationId="{DBFC4D26-4F23-7168-6533-398FBA48003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8" creationId="{B94001DB-2044-C2EA-6E42-059B6D6F334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9" creationId="{05EAF282-D702-6B97-02E0-DC62EC125127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0" creationId="{98132028-BC26-67E0-1E31-D3D8F6A9C67E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1" creationId="{20405760-47C7-B3A2-2E19-BEE7D38E17AC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2" creationId="{0345962B-2E38-7E60-9F6E-5E5AB0B1F7F1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3" creationId="{D23C1F4D-B5EB-C321-C43E-CF5CAC29170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4" creationId="{C84AFB0B-60FA-AB86-F6FA-B6C9F61299CA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5" creationId="{92CE07FB-C8CA-9165-236E-6A10162D39C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6" creationId="{9F24EE38-E5A4-5B4C-283B-19E88E1F488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18" creationId="{CA6DEBA3-8F4E-73E2-A516-EF804F41EF80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19" creationId="{63D071F0-4DF2-38E3-4190-96F00CA5683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0" creationId="{CCD3752B-985B-A869-BEFA-C9F731AFC6C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1" creationId="{D2FF6ED4-55D9-B051-C081-158B3CB40126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2" creationId="{711588A6-7086-1AE3-5887-991FF22A224C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3" creationId="{E30DC138-4C2D-9BC3-EAEF-A46F634FE93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4" creationId="{BCE2DABC-46EB-D5D0-80A1-662D5A2EA52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5" creationId="{D64D50F6-1FDF-D16E-64EF-4D61B8C6A39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6" creationId="{9817F8FE-A088-C375-A979-D2FA41F8F057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7" creationId="{07D98B28-C763-F72E-4C83-238441223F7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4" creationId="{142DC3CB-CA8E-56BF-2F0B-DA1B0C372FD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5" creationId="{D3381D59-8E7D-4FCC-334D-476D26720A4D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7" creationId="{A9E7C62D-E58F-18FC-6F55-251A3019BEA8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9" creationId="{42431032-F9AB-D2E2-7D91-5A5F277C069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1" creationId="{0A3EFB35-9842-869C-42D3-4E4AFC90F8F0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3" creationId="{CC0854DC-01A6-42A3-184B-C9E6412CCB5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5" creationId="{7D05D471-19AD-3430-C063-834A5B33DF3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7" creationId="{7DC8E4FE-5D16-0529-7849-216BD5B0C79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8" creationId="{67BF699F-C6E3-852A-3401-40F26153567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9" creationId="{9B7F996D-A1C4-ED9A-6499-0A64279DC09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0" creationId="{544C067F-ADEC-A0AA-60CD-31A880D889F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1" creationId="{3107A650-A016-0AFB-7480-8E280926EBB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2" creationId="{3BEEB5E0-50D4-3AA5-5EB8-975279274F1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3" creationId="{2AD43538-65F8-0A3D-BE3F-2A8FE2A5B71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4" creationId="{E616FA13-D33D-8B6E-4593-584D045F0D7C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5" creationId="{16B2FB69-C284-94F7-73B3-9D3927D674C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6" creationId="{F1CC0414-C3DA-EF26-3CE8-5EDFB893FFD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7" creationId="{C364D91C-1D5A-F325-B958-81EB3295C17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8" creationId="{2239A3BF-B66C-0DE0-20BB-3AE0D7D8275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9" creationId="{153A7F26-4EE8-EE4E-9503-FF76416500C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0" creationId="{25A4CDF4-521E-2C02-9E41-0F17A9B1504A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1" creationId="{A70DD878-4DEE-2D92-AD9B-04C9C655D23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2" creationId="{4BBE63AB-96C3-C26B-D667-0665A3B58DA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4" creationId="{AB0E3B77-FFA3-D7C6-77D1-90A022B3595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5" creationId="{563A27C3-4348-F366-C2C3-43D25F5E25D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9" creationId="{4A329310-02CA-7E08-9A60-AFD1CB9AFE68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0" creationId="{9854F814-92F4-D3D4-594F-88985CE647CD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1" creationId="{48FAE10D-9355-08AA-0281-8F62C52FB28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2" creationId="{569363CD-A7AC-74A2-7672-306832A5CBB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3" creationId="{A8B73AC3-D263-A7AF-2C3B-C2A7D546275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4" creationId="{5A77E2D0-68AC-69CA-A5CB-DADBFE5F7EC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5" creationId="{C02E1373-F90B-1A50-218A-AA8D899306CA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6" creationId="{CA971AAE-E8E8-C0ED-3B30-9034BD6D628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7" creationId="{F0F85A41-3C05-D3A5-BECD-3280A8004C3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8" creationId="{FD24D7F4-60B1-DC36-B01E-E5C340515AE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9" creationId="{A90A5B72-2F25-15C0-C377-7697AA8E8ABC}"/>
          </ac:spMkLst>
        </pc:spChg>
        <pc:spChg chg="add del">
          <ac:chgData name="家凱 張" userId="fb1a83b4d77ab87e" providerId="LiveId" clId="{D509C642-1028-4E88-942B-239734153267}" dt="2023-12-09T11:27:21.885" v="1568" actId="478"/>
          <ac:spMkLst>
            <pc:docMk/>
            <pc:sldMk cId="2614594759" sldId="329"/>
            <ac:spMk id="1070" creationId="{0A4C9075-530C-B730-373E-839D0EB548C8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1" creationId="{3388B4B7-EE63-CB8B-25EB-A49AFEF3E99A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2" creationId="{0A5C519D-43B4-0953-7CF4-FBDD91E38271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3" creationId="{60ADB53E-FC35-5AB9-2CC0-22123AE4512A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4" creationId="{83C2C687-AFD6-8997-9A6C-3CD0430B2BB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5" creationId="{7B0E599F-3E58-C532-5FDA-EEC3468EEC41}"/>
          </ac:spMkLst>
        </pc:spChg>
        <pc:spChg chg="add del mod">
          <ac:chgData name="家凱 張" userId="fb1a83b4d77ab87e" providerId="LiveId" clId="{D509C642-1028-4E88-942B-239734153267}" dt="2023-12-09T11:36:52.240" v="1807" actId="478"/>
          <ac:spMkLst>
            <pc:docMk/>
            <pc:sldMk cId="2614594759" sldId="329"/>
            <ac:spMk id="1076" creationId="{B8BB9753-2C42-2E3B-358A-32596DB90C2B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7" creationId="{4ACAF72F-A505-BCE7-CE4E-13F750D16271}"/>
          </ac:spMkLst>
        </pc:spChg>
        <pc:grpChg chg="add del mod">
          <ac:chgData name="家凱 張" userId="fb1a83b4d77ab87e" providerId="LiveId" clId="{D509C642-1028-4E88-942B-239734153267}" dt="2023-12-09T10:21:25.829" v="448"/>
          <ac:grpSpMkLst>
            <pc:docMk/>
            <pc:sldMk cId="2614594759" sldId="329"/>
            <ac:grpSpMk id="5" creationId="{3852B97E-1333-A14D-5974-7958DB5685D6}"/>
          </ac:grpSpMkLst>
        </pc:grpChg>
        <pc:grpChg chg="mod">
          <ac:chgData name="家凱 張" userId="fb1a83b4d77ab87e" providerId="LiveId" clId="{D509C642-1028-4E88-942B-239734153267}" dt="2023-12-09T10:21:24.712" v="447"/>
          <ac:grpSpMkLst>
            <pc:docMk/>
            <pc:sldMk cId="2614594759" sldId="329"/>
            <ac:grpSpMk id="6" creationId="{42606B17-77E0-3513-DA16-CEBF2C394153}"/>
          </ac:grpSpMkLst>
        </pc:grpChg>
        <pc:grpChg chg="add del mod">
          <ac:chgData name="家凱 張" userId="fb1a83b4d77ab87e" providerId="LiveId" clId="{D509C642-1028-4E88-942B-239734153267}" dt="2023-12-09T10:25:20.034" v="656" actId="165"/>
          <ac:grpSpMkLst>
            <pc:docMk/>
            <pc:sldMk cId="2614594759" sldId="329"/>
            <ac:grpSpMk id="44" creationId="{910F8EE7-EC5D-A1A8-64C1-D8370463F6F6}"/>
          </ac:grpSpMkLst>
        </pc:grpChg>
        <pc:grpChg chg="del mod topLvl">
          <ac:chgData name="家凱 張" userId="fb1a83b4d77ab87e" providerId="LiveId" clId="{D509C642-1028-4E88-942B-239734153267}" dt="2023-12-09T10:25:27.210" v="657" actId="165"/>
          <ac:grpSpMkLst>
            <pc:docMk/>
            <pc:sldMk cId="2614594759" sldId="329"/>
            <ac:grpSpMk id="45" creationId="{3ED4DEE8-0052-7CD0-45E7-1602C04F2860}"/>
          </ac:grpSpMkLst>
        </pc:grpChg>
        <pc:grpChg chg="add 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98" creationId="{9F3CA05F-BAE7-F345-D94C-EF3F0DBC84F1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99" creationId="{241D8EE4-AD63-52DA-CCD5-399663E5E56E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117" creationId="{01D49DD6-964F-8937-6137-F96E5E4CE41B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3" creationId="{0148C084-3066-44BC-7431-7339E8D291AB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7" creationId="{1524C101-AD89-368F-AC9A-2E27C0936589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8" creationId="{68A36F4E-0A03-D395-5486-0A289AE0BA74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1078" creationId="{77AE9340-EFB1-5FBD-8523-3697DFB4C593}"/>
          </ac:grpSpMkLst>
        </pc:grp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7" creationId="{F048C63D-15C4-936C-A860-1F375D7F7D8D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1" creationId="{EB7EC23F-04D3-B403-2BA0-26C6B63D27FB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2" creationId="{6893935D-4B6E-B778-4B33-F2AC8E37E3CE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3" creationId="{1899E209-A587-A871-A547-E0563FEBC3B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4" creationId="{D6FD91D6-0239-719B-5D2E-C5DD92638E28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5" creationId="{7F283923-1C62-3816-8742-33DF9A6DB401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6" creationId="{A37746E0-86C4-8649-7261-E85EFE94F44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7" creationId="{0BB0D575-E294-710F-EDD9-DB0136DB772B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8" creationId="{EDE97D2D-57B2-FFD4-D1C4-857A5824D7A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9" creationId="{7F86C02C-E65F-9D70-14DF-0C2AFF7A7193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0" creationId="{AE352535-C37C-0E03-0A7A-31A3CED0965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1" creationId="{8E012C7E-40D6-D7AE-B743-A96FCC825932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2" creationId="{C52897DA-317D-1A13-3E36-C55038D9C6B6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3" creationId="{DD7EF8FC-D098-DD55-EBC0-B8B4D33B6137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4" creationId="{C2661806-8419-D88B-9BA8-989D7E3B8697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5" creationId="{E8D5235D-135D-8754-3AA6-22F35AC378EF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6" creationId="{2858EC58-2633-046F-989C-3547AE059DB8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7" creationId="{03D7D5BB-6757-3C13-7F6C-B24DA79259FE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8" creationId="{BBAFEB5A-FDCC-5929-A6D2-5A5765FA677D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9" creationId="{92D1AC7D-9583-CBE2-5394-C86377D85EF2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3" creationId="{B88F0DD2-D68A-0B24-D715-5E36F6400895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5" creationId="{8A55A74E-7838-64D4-9868-8C8C9F99F065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6" creationId="{0CCF1EE9-EB13-97DD-1A16-B05AF298FAAC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7" creationId="{DA32609F-4E6E-1757-F8C6-B5A6108198B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46" creationId="{E50ACFE2-0697-0E6A-F627-5AA5DEDC8B9C}"/>
          </ac:picMkLst>
        </pc:picChg>
        <pc:picChg chg="del mod topLvl">
          <ac:chgData name="家凱 張" userId="fb1a83b4d77ab87e" providerId="LiveId" clId="{D509C642-1028-4E88-942B-239734153267}" dt="2023-12-09T10:50:54.140" v="1009" actId="478"/>
          <ac:picMkLst>
            <pc:docMk/>
            <pc:sldMk cId="2614594759" sldId="329"/>
            <ac:picMk id="50" creationId="{2F4FB377-C8EE-AEB4-97D9-E2CB5E7D47C6}"/>
          </ac:picMkLst>
        </pc:picChg>
        <pc:picChg chg="del mod topLvl">
          <ac:chgData name="家凱 張" userId="fb1a83b4d77ab87e" providerId="LiveId" clId="{D509C642-1028-4E88-942B-239734153267}" dt="2023-12-09T10:26:13.176" v="674" actId="478"/>
          <ac:picMkLst>
            <pc:docMk/>
            <pc:sldMk cId="2614594759" sldId="329"/>
            <ac:picMk id="51" creationId="{2FB19175-341D-9DE3-09EB-3B8D349E208D}"/>
          </ac:picMkLst>
        </pc:picChg>
        <pc:picChg chg="del mod topLvl">
          <ac:chgData name="家凱 張" userId="fb1a83b4d77ab87e" providerId="LiveId" clId="{D509C642-1028-4E88-942B-239734153267}" dt="2023-12-09T10:26:16.716" v="677" actId="478"/>
          <ac:picMkLst>
            <pc:docMk/>
            <pc:sldMk cId="2614594759" sldId="329"/>
            <ac:picMk id="52" creationId="{E11403C1-6C7A-5301-30C9-BF766E610572}"/>
          </ac:picMkLst>
        </pc:picChg>
        <pc:picChg chg="del mod topLvl">
          <ac:chgData name="家凱 張" userId="fb1a83b4d77ab87e" providerId="LiveId" clId="{D509C642-1028-4E88-942B-239734153267}" dt="2023-12-09T10:30:06.900" v="733" actId="478"/>
          <ac:picMkLst>
            <pc:docMk/>
            <pc:sldMk cId="2614594759" sldId="329"/>
            <ac:picMk id="53" creationId="{F390BE18-E700-B2AD-A63A-006BBC47902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4" creationId="{799AC0C6-4376-B2C0-5AF8-8AF2C089CD76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5" creationId="{779BB6BA-2679-6534-4EAA-924A0653C005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6" creationId="{D47150F2-9D3E-9CF2-1F33-1E74F96128EF}"/>
          </ac:picMkLst>
        </pc:picChg>
        <pc:picChg chg="del mod topLvl">
          <ac:chgData name="家凱 張" userId="fb1a83b4d77ab87e" providerId="LiveId" clId="{D509C642-1028-4E88-942B-239734153267}" dt="2023-12-09T10:26:14.756" v="675" actId="478"/>
          <ac:picMkLst>
            <pc:docMk/>
            <pc:sldMk cId="2614594759" sldId="329"/>
            <ac:picMk id="57" creationId="{97F5C26A-E3B7-A368-C5C4-EAFA67A378FF}"/>
          </ac:picMkLst>
        </pc:picChg>
        <pc:picChg chg="del mod topLvl">
          <ac:chgData name="家凱 張" userId="fb1a83b4d77ab87e" providerId="LiveId" clId="{D509C642-1028-4E88-942B-239734153267}" dt="2023-12-09T10:26:15.570" v="676" actId="478"/>
          <ac:picMkLst>
            <pc:docMk/>
            <pc:sldMk cId="2614594759" sldId="329"/>
            <ac:picMk id="58" creationId="{C26C7FBF-7E88-9D49-218F-315119DE489B}"/>
          </ac:picMkLst>
        </pc:picChg>
        <pc:picChg chg="del mod topLvl">
          <ac:chgData name="家凱 張" userId="fb1a83b4d77ab87e" providerId="LiveId" clId="{D509C642-1028-4E88-942B-239734153267}" dt="2023-12-09T10:50:55.313" v="1010" actId="478"/>
          <ac:picMkLst>
            <pc:docMk/>
            <pc:sldMk cId="2614594759" sldId="329"/>
            <ac:picMk id="59" creationId="{8C0BA99F-45AC-0445-1241-BFB2C183E191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0" creationId="{AAFCF561-EBFF-4B67-243C-84681AD5530A}"/>
          </ac:picMkLst>
        </pc:picChg>
        <pc:picChg chg="del mod topLvl">
          <ac:chgData name="家凱 張" userId="fb1a83b4d77ab87e" providerId="LiveId" clId="{D509C642-1028-4E88-942B-239734153267}" dt="2023-12-09T10:59:05.669" v="1159" actId="478"/>
          <ac:picMkLst>
            <pc:docMk/>
            <pc:sldMk cId="2614594759" sldId="329"/>
            <ac:picMk id="61" creationId="{009826E2-F5F9-D538-7B2C-F1C17D8A96F7}"/>
          </ac:picMkLst>
        </pc:picChg>
        <pc:picChg chg="del mod topLvl">
          <ac:chgData name="家凱 張" userId="fb1a83b4d77ab87e" providerId="LiveId" clId="{D509C642-1028-4E88-942B-239734153267}" dt="2023-12-09T10:59:05.669" v="1159" actId="478"/>
          <ac:picMkLst>
            <pc:docMk/>
            <pc:sldMk cId="2614594759" sldId="329"/>
            <ac:picMk id="62" creationId="{2EE4F18D-F96A-44F3-76CA-B94D5527881B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3" creationId="{F68D3CA5-00EB-CF3C-395A-024E038D9D5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4" creationId="{A869E048-1BF5-6515-0903-E0E6B66EDD24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5" creationId="{BFA53311-75EF-EE34-1798-7368AD9AEB6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6" creationId="{4FAA98B0-1A9D-C78C-ABFB-62BF225A7A8D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7" creationId="{114A6FEE-435B-648D-3BDA-80F35DB14E1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8" creationId="{70D77266-A070-C764-DEB9-9BAE18B86BDD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2" creationId="{5654E514-5C12-DCB2-F88E-E0C3AB7EE36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4" creationId="{C508039C-3F72-24C7-D9FA-3189D6CF99CC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5" creationId="{55B86E57-40D6-E5CF-C061-FF13499DC01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6" creationId="{ADF3FF4B-9602-D2AD-886C-D4DBFC84BDD1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26" creationId="{6EB115D8-606D-CFD5-49E2-0E67E9A89D5E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28" creationId="{728B3BE4-41CC-3E0F-62BD-435FECF36D3F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0" creationId="{CA529C7B-00E4-0C7A-B756-3839E82A8CC4}"/>
          </ac:picMkLst>
        </pc:picChg>
        <pc:picChg chg="add del mod">
          <ac:chgData name="家凱 張" userId="fb1a83b4d77ab87e" providerId="LiveId" clId="{D509C642-1028-4E88-942B-239734153267}" dt="2023-12-09T10:47:44.691" v="931" actId="478"/>
          <ac:picMkLst>
            <pc:docMk/>
            <pc:sldMk cId="2614594759" sldId="329"/>
            <ac:picMk id="1032" creationId="{213D1E0F-C570-FF4D-9B95-609063C1516B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4" creationId="{D03E18E4-96DD-3085-C023-BDA3C65190CE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6" creationId="{C43CBEE8-0E47-26F8-04EA-645CE160CAFB}"/>
          </ac:picMkLst>
        </pc:picChg>
        <pc:cxnChg chg="mod">
          <ac:chgData name="家凱 張" userId="fb1a83b4d77ab87e" providerId="LiveId" clId="{D509C642-1028-4E88-942B-239734153267}" dt="2023-12-09T11:31:47.474" v="1621" actId="1076"/>
          <ac:cxnSpMkLst>
            <pc:docMk/>
            <pc:sldMk cId="2614594759" sldId="329"/>
            <ac:cxnSpMk id="1056" creationId="{F63FCEB5-1DB0-D8DE-DAAC-35668B1976CC}"/>
          </ac:cxnSpMkLst>
        </pc:cxnChg>
      </pc:sldChg>
      <pc:sldChg chg="modSp new mod modTransition">
        <pc:chgData name="家凱 張" userId="fb1a83b4d77ab87e" providerId="LiveId" clId="{D509C642-1028-4E88-942B-239734153267}" dt="2023-12-11T05:50:29.994" v="4450"/>
        <pc:sldMkLst>
          <pc:docMk/>
          <pc:sldMk cId="4266276579" sldId="330"/>
        </pc:sldMkLst>
        <pc:spChg chg="mod">
          <ac:chgData name="家凱 張" userId="fb1a83b4d77ab87e" providerId="LiveId" clId="{D509C642-1028-4E88-942B-239734153267}" dt="2023-12-09T11:00:59.549" v="1229"/>
          <ac:spMkLst>
            <pc:docMk/>
            <pc:sldMk cId="4266276579" sldId="330"/>
            <ac:spMk id="2" creationId="{65CA7A03-2DA5-329F-B230-85B7AC63C27E}"/>
          </ac:spMkLst>
        </pc:spChg>
      </pc:sldChg>
      <pc:sldChg chg="delSp modSp add mod modTransition">
        <pc:chgData name="家凱 張" userId="fb1a83b4d77ab87e" providerId="LiveId" clId="{D509C642-1028-4E88-942B-239734153267}" dt="2023-12-11T05:50:29.990" v="4441"/>
        <pc:sldMkLst>
          <pc:docMk/>
          <pc:sldMk cId="2395017499" sldId="331"/>
        </pc:sldMkLst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7" creationId="{CA96934E-5A08-625D-266F-21A82F8993D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8" creationId="{A1D09644-39CB-11A2-F985-AF4B7415E8F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9" creationId="{FC89572B-68F9-53C5-55C3-B72D26066C1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69" creationId="{694813C2-B356-0813-AC24-CB8F0374440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0" creationId="{E617FC09-034F-C4BF-B2D4-EBD7DBEC0CB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1" creationId="{F6365C55-EA6B-0EEE-F8C9-1F5303EA2BD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8" creationId="{2F216481-271D-05B9-80A6-416726AAF8F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9" creationId="{3ADF6A08-27CD-A339-EE3D-CDE5E28D46B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0" creationId="{BCE11DDB-E370-5348-579E-02971F1B2CB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2" creationId="{C3060D8A-1D73-1F18-2DC3-C84B2C7E7E0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3" creationId="{976D02BB-F122-14DF-3186-32FA066AA7D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4" creationId="{D5DFA1D5-9934-9FBD-0AD1-80EE3BE07CE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5" creationId="{15322C4B-0F4F-4DAA-5567-668D7D1DDA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6" creationId="{0505A732-3C97-D703-2CC6-3542DE003665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7" creationId="{A32F493C-6583-0A7B-E449-B93EDE6EDB1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8" creationId="{D0400459-C9AC-8964-DA84-EB581BCC822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9" creationId="{964E8D34-97CB-CA1B-F02E-7C7483F4B80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0" creationId="{D841F807-4FA4-2E46-EF21-3159A82F8815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1" creationId="{978F76E5-879B-0087-D3C8-D4E444EDD22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2" creationId="{C6508E6E-3CF4-EC75-2467-BE9412A5C54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3" creationId="{26B44D34-9C6A-9DBB-6454-59F01748586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4" creationId="{F95C4C51-3A0A-95AE-AB01-9970895D2BE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5" creationId="{9DD47828-960A-E569-5F5C-BEDDF7051E7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6" creationId="{E93F325D-4D3F-4C0A-7412-F5ADB994514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7" creationId="{E6B5E621-4B1A-E131-2345-9ACD5E7B35ED}"/>
          </ac:spMkLst>
        </pc:spChg>
        <pc:spChg chg="mod">
          <ac:chgData name="家凱 張" userId="fb1a83b4d77ab87e" providerId="LiveId" clId="{D509C642-1028-4E88-942B-239734153267}" dt="2023-12-10T17:30:24.250" v="2318" actId="1076"/>
          <ac:spMkLst>
            <pc:docMk/>
            <pc:sldMk cId="2395017499" sldId="331"/>
            <ac:spMk id="100" creationId="{9B506A8B-51AE-CF82-E366-7AFFF1953F4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1" creationId="{657D324F-DB0A-61F8-0CD2-CC870B5ABF9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" creationId="{FD37C79C-A03F-382A-D823-127C31AA357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" creationId="{60E8F180-029B-79FC-42BF-3EF4ED64606B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" creationId="{D600A961-6AA2-2052-B4BD-E1EE678533CF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" creationId="{1A8C0A2D-3E4A-4C84-1CC9-269DBBE1C297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" creationId="{E47CA68D-4168-2860-3926-33D624AB5003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" creationId="{DBFC4D26-4F23-7168-6533-398FBA48003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8" creationId="{B94001DB-2044-C2EA-6E42-059B6D6F334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9" creationId="{05EAF282-D702-6B97-02E0-DC62EC125127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0" creationId="{98132028-BC26-67E0-1E31-D3D8F6A9C67E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1" creationId="{20405760-47C7-B3A2-2E19-BEE7D38E17A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2" creationId="{0345962B-2E38-7E60-9F6E-5E5AB0B1F7F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3" creationId="{D23C1F4D-B5EB-C321-C43E-CF5CAC29170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4" creationId="{C84AFB0B-60FA-AB86-F6FA-B6C9F61299C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5" creationId="{92CE07FB-C8CA-9165-236E-6A10162D39C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6" creationId="{9F24EE38-E5A4-5B4C-283B-19E88E1F488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8" creationId="{CA6DEBA3-8F4E-73E2-A516-EF804F41EF80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9" creationId="{63D071F0-4DF2-38E3-4190-96F00CA5683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0" creationId="{CCD3752B-985B-A869-BEFA-C9F731AFC6C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1" creationId="{D2FF6ED4-55D9-B051-C081-158B3CB4012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2" creationId="{711588A6-7086-1AE3-5887-991FF22A224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3" creationId="{E30DC138-4C2D-9BC3-EAEF-A46F634FE93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4" creationId="{BCE2DABC-46EB-D5D0-80A1-662D5A2EA52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5" creationId="{D64D50F6-1FDF-D16E-64EF-4D61B8C6A39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6" creationId="{9817F8FE-A088-C375-A979-D2FA41F8F05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7" creationId="{07D98B28-C763-F72E-4C83-238441223F7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4" creationId="{142DC3CB-CA8E-56BF-2F0B-DA1B0C372FD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5" creationId="{D3381D59-8E7D-4FCC-334D-476D26720A4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7" creationId="{A9E7C62D-E58F-18FC-6F55-251A3019BEA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9" creationId="{42431032-F9AB-D2E2-7D91-5A5F277C069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1" creationId="{0A3EFB35-9842-869C-42D3-4E4AFC90F8F0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3" creationId="{CC0854DC-01A6-42A3-184B-C9E6412CCB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5" creationId="{7D05D471-19AD-3430-C063-834A5B33DF3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7" creationId="{7DC8E4FE-5D16-0529-7849-216BD5B0C79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8" creationId="{67BF699F-C6E3-852A-3401-40F26153567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9" creationId="{9B7F996D-A1C4-ED9A-6499-0A64279DC09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0" creationId="{544C067F-ADEC-A0AA-60CD-31A880D889F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1" creationId="{3107A650-A016-0AFB-7480-8E280926EBB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2" creationId="{3BEEB5E0-50D4-3AA5-5EB8-975279274F1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3" creationId="{2AD43538-65F8-0A3D-BE3F-2A8FE2A5B71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4" creationId="{E616FA13-D33D-8B6E-4593-584D045F0D7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5" creationId="{16B2FB69-C284-94F7-73B3-9D3927D674C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6" creationId="{F1CC0414-C3DA-EF26-3CE8-5EDFB893FFD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7" creationId="{C364D91C-1D5A-F325-B958-81EB3295C17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8" creationId="{2239A3BF-B66C-0DE0-20BB-3AE0D7D8275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9" creationId="{153A7F26-4EE8-EE4E-9503-FF76416500C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0" creationId="{25A4CDF4-521E-2C02-9E41-0F17A9B1504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1" creationId="{A70DD878-4DEE-2D92-AD9B-04C9C655D23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2" creationId="{4BBE63AB-96C3-C26B-D667-0665A3B58DA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4" creationId="{AB0E3B77-FFA3-D7C6-77D1-90A022B3595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5" creationId="{563A27C3-4348-F366-C2C3-43D25F5E25D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9" creationId="{4A329310-02CA-7E08-9A60-AFD1CB9AFE6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0" creationId="{9854F814-92F4-D3D4-594F-88985CE647C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1" creationId="{48FAE10D-9355-08AA-0281-8F62C52FB28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2" creationId="{569363CD-A7AC-74A2-7672-306832A5CBB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3" creationId="{A8B73AC3-D263-A7AF-2C3B-C2A7D54627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4" creationId="{5A77E2D0-68AC-69CA-A5CB-DADBFE5F7EC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5" creationId="{C02E1373-F90B-1A50-218A-AA8D899306C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6" creationId="{CA971AAE-E8E8-C0ED-3B30-9034BD6D628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7" creationId="{F0F85A41-3C05-D3A5-BECD-3280A8004C3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8" creationId="{FD24D7F4-60B1-DC36-B01E-E5C340515AE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9" creationId="{A90A5B72-2F25-15C0-C377-7697AA8E8AB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1" creationId="{3388B4B7-EE63-CB8B-25EB-A49AFEF3E99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2" creationId="{0A5C519D-43B4-0953-7CF4-FBDD91E3827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3" creationId="{60ADB53E-FC35-5AB9-2CC0-22123AE4512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4" creationId="{83C2C687-AFD6-8997-9A6C-3CD0430B2BB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5" creationId="{7B0E599F-3E58-C532-5FDA-EEC3468EEC4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7" creationId="{4ACAF72F-A505-BCE7-CE4E-13F750D16271}"/>
          </ac:spMkLst>
        </pc:s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98" creationId="{9F3CA05F-BAE7-F345-D94C-EF3F0DBC84F1}"/>
          </ac:grpSpMkLst>
        </pc:grpChg>
        <pc:grpChg chg="mod topLv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99" creationId="{241D8EE4-AD63-52DA-CCD5-399663E5E56E}"/>
          </ac:grpSpMkLst>
        </pc:grpChg>
        <pc:grpChg chg="mod topLv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17" creationId="{01D49DD6-964F-8937-6137-F96E5E4CE41B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3" creationId="{0148C084-3066-44BC-7431-7339E8D291AB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7" creationId="{1524C101-AD89-368F-AC9A-2E27C0936589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8" creationId="{68A36F4E-0A03-D395-5486-0A289AE0BA74}"/>
          </ac:grpSpMkLst>
        </pc:grpChg>
        <pc:grpChg chg="de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78" creationId="{77AE9340-EFB1-5FBD-8523-3697DFB4C593}"/>
          </ac:grpSpMkLst>
        </pc:grp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46" creationId="{E50ACFE2-0697-0E6A-F627-5AA5DEDC8B9C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4" creationId="{799AC0C6-4376-B2C0-5AF8-8AF2C089CD76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5" creationId="{779BB6BA-2679-6534-4EAA-924A0653C005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6" creationId="{D47150F2-9D3E-9CF2-1F33-1E74F96128EF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0" creationId="{AAFCF561-EBFF-4B67-243C-84681AD5530A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3" creationId="{F68D3CA5-00EB-CF3C-395A-024E038D9D5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4" creationId="{A869E048-1BF5-6515-0903-E0E6B66EDD24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5" creationId="{BFA53311-75EF-EE34-1798-7368AD9AEB67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6" creationId="{4FAA98B0-1A9D-C78C-ABFB-62BF225A7A8D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7" creationId="{114A6FEE-435B-648D-3BDA-80F35DB14E17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8" creationId="{70D77266-A070-C764-DEB9-9BAE18B86BDD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2" creationId="{5654E514-5C12-DCB2-F88E-E0C3AB7EE36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4" creationId="{C508039C-3F72-24C7-D9FA-3189D6CF99CC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5" creationId="{55B86E57-40D6-E5CF-C061-FF13499DC01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6" creationId="{ADF3FF4B-9602-D2AD-886C-D4DBFC84BDD1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26" creationId="{6EB115D8-606D-CFD5-49E2-0E67E9A89D5E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28" creationId="{728B3BE4-41CC-3E0F-62BD-435FECF36D3F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0" creationId="{CA529C7B-00E4-0C7A-B756-3839E82A8CC4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4" creationId="{D03E18E4-96DD-3085-C023-BDA3C65190CE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6" creationId="{C43CBEE8-0E47-26F8-04EA-645CE160CAFB}"/>
          </ac:picMkLst>
        </pc:picChg>
        <pc:cxnChg chg="mod">
          <ac:chgData name="家凱 張" userId="fb1a83b4d77ab87e" providerId="LiveId" clId="{D509C642-1028-4E88-942B-239734153267}" dt="2023-12-10T17:15:56.425" v="2029" actId="165"/>
          <ac:cxnSpMkLst>
            <pc:docMk/>
            <pc:sldMk cId="2395017499" sldId="331"/>
            <ac:cxnSpMk id="1056" creationId="{F63FCEB5-1DB0-D8DE-DAAC-35668B1976CC}"/>
          </ac:cxnSpMkLst>
        </pc:cxnChg>
      </pc:sldChg>
      <pc:sldChg chg="addSp delSp modSp new mod modTransition">
        <pc:chgData name="家凱 張" userId="fb1a83b4d77ab87e" providerId="LiveId" clId="{D509C642-1028-4E88-942B-239734153267}" dt="2023-12-18T18:28:38.633" v="7575" actId="164"/>
        <pc:sldMkLst>
          <pc:docMk/>
          <pc:sldMk cId="710223536" sldId="332"/>
        </pc:sldMkLst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" creationId="{265A2BB8-B4C7-90F9-99F3-9993CA822880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5" creationId="{DAC1EE65-C284-EBCE-B957-30C1DC4B3C8B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6" creationId="{F8FBD3A2-05A3-8C80-6D20-DD10181DA589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7" creationId="{DF0F03E6-8F1F-07FC-F8C3-FC9180A77508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8" creationId="{C8408C6A-725A-6DDF-8B5D-8C2CBA7F321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9" creationId="{2DCBDF94-3783-0292-AEC3-F6A03BBD90EE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0" creationId="{6E30F6A7-D250-4EDE-CB0F-77A16DD68622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1" creationId="{319794E1-7437-919E-4356-82CC84578175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2" creationId="{E21763C1-A971-16D3-3C0D-C39C8C41CAAA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3" creationId="{27F74106-7DD6-8219-5BD5-079A903DA69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4" creationId="{7631B6AC-CF6B-C8D5-FAAA-D9735CAF3B1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5" creationId="{DB4C9BF3-31C0-B6FA-5B00-8864FE4A702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6" creationId="{F78DCB28-689E-F71F-432A-A8BD654CCB6B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7" creationId="{795D781B-913F-7A60-C65E-3129093AA093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8" creationId="{1ADE17E5-E321-C99F-8CE8-4F44DB86C122}"/>
          </ac:spMkLst>
        </pc:spChg>
        <pc:spChg chg="add del mod topLvl">
          <ac:chgData name="家凱 張" userId="fb1a83b4d77ab87e" providerId="LiveId" clId="{D509C642-1028-4E88-942B-239734153267}" dt="2023-12-10T17:28:37.353" v="2312" actId="478"/>
          <ac:spMkLst>
            <pc:docMk/>
            <pc:sldMk cId="710223536" sldId="332"/>
            <ac:spMk id="19" creationId="{D864E053-D2B7-3AB1-1891-16E6B01F46EC}"/>
          </ac:spMkLst>
        </pc:spChg>
        <pc:spChg chg="add del mod topLvl">
          <ac:chgData name="家凱 張" userId="fb1a83b4d77ab87e" providerId="LiveId" clId="{D509C642-1028-4E88-942B-239734153267}" dt="2023-12-10T17:28:37.353" v="2312" actId="478"/>
          <ac:spMkLst>
            <pc:docMk/>
            <pc:sldMk cId="710223536" sldId="332"/>
            <ac:spMk id="20" creationId="{A5529C68-9743-1717-C346-617B4F0A6FAC}"/>
          </ac:spMkLst>
        </pc:spChg>
        <pc:spChg chg="add del mod">
          <ac:chgData name="家凱 張" userId="fb1a83b4d77ab87e" providerId="LiveId" clId="{D509C642-1028-4E88-942B-239734153267}" dt="2023-12-10T17:16:50.067" v="2039" actId="478"/>
          <ac:spMkLst>
            <pc:docMk/>
            <pc:sldMk cId="710223536" sldId="332"/>
            <ac:spMk id="21" creationId="{4A5E055D-BB73-9BFB-A663-06F32A979614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2" creationId="{17617E01-1A3B-438E-5191-FB202FED00B4}"/>
          </ac:spMkLst>
        </pc:spChg>
        <pc:spChg chg="add mod">
          <ac:chgData name="家凱 張" userId="fb1a83b4d77ab87e" providerId="LiveId" clId="{D509C642-1028-4E88-942B-239734153267}" dt="2023-12-10T17:16:54.471" v="2042" actId="571"/>
          <ac:spMkLst>
            <pc:docMk/>
            <pc:sldMk cId="710223536" sldId="332"/>
            <ac:spMk id="23" creationId="{24ED79FC-F660-622E-A4A9-880B337472B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4" creationId="{18E11656-5A7E-01F7-AAF5-1F5A3668423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5" creationId="{2E2D02AE-1785-5177-A86F-6A88F7B397F0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6" creationId="{B93B9EA8-836D-4361-1A26-29BFBC6FD2FE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7" creationId="{AB666347-16E5-9D64-7951-87D417956361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8" creationId="{9812024C-5D79-2ACA-EF4C-10ED3679AC8A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9" creationId="{D4588EBB-CF7A-C348-809A-48DC72DFDAF5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0" creationId="{2A671596-8B5F-A5ED-97A2-E3ED9465FB52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1" creationId="{ABADB471-06B4-1054-8FEB-AE9CF85477FD}"/>
          </ac:spMkLst>
        </pc:spChg>
        <pc:spChg chg="add mod or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2" creationId="{5819BF6F-06D8-E6EC-77F8-31A78BBC4299}"/>
          </ac:spMkLst>
        </pc:spChg>
        <pc:spChg chg="add mod or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3" creationId="{F9FC633E-D7AD-1F2E-476B-7F7CF13C147C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4" creationId="{F8190D75-B452-1F23-149B-8737CAC24C5D}"/>
          </ac:spMkLst>
        </pc:spChg>
        <pc:spChg chg="add del mod">
          <ac:chgData name="家凱 張" userId="fb1a83b4d77ab87e" providerId="LiveId" clId="{D509C642-1028-4E88-942B-239734153267}" dt="2023-12-10T17:33:21.322" v="2335" actId="478"/>
          <ac:spMkLst>
            <pc:docMk/>
            <pc:sldMk cId="710223536" sldId="332"/>
            <ac:spMk id="36" creationId="{59E03DC9-3ACD-E884-CC0A-D279BAFF1F7B}"/>
          </ac:spMkLst>
        </pc:spChg>
        <pc:spChg chg="add del mod">
          <ac:chgData name="家凱 張" userId="fb1a83b4d77ab87e" providerId="LiveId" clId="{D509C642-1028-4E88-942B-239734153267}" dt="2023-12-10T17:33:04.117" v="2331" actId="478"/>
          <ac:spMkLst>
            <pc:docMk/>
            <pc:sldMk cId="710223536" sldId="332"/>
            <ac:spMk id="37" creationId="{C0A57768-D952-65F1-EC01-D6B3BD429DDA}"/>
          </ac:spMkLst>
        </pc:spChg>
        <pc:spChg chg="add mod">
          <ac:chgData name="家凱 張" userId="fb1a83b4d77ab87e" providerId="LiveId" clId="{D509C642-1028-4E88-942B-239734153267}" dt="2023-12-10T17:26:22.786" v="2271" actId="571"/>
          <ac:spMkLst>
            <pc:docMk/>
            <pc:sldMk cId="710223536" sldId="332"/>
            <ac:spMk id="38" creationId="{7B6A8F1F-340D-BC91-4674-D72CB58F10D2}"/>
          </ac:spMkLst>
        </pc:spChg>
        <pc:spChg chg="add mod">
          <ac:chgData name="家凱 張" userId="fb1a83b4d77ab87e" providerId="LiveId" clId="{D509C642-1028-4E88-942B-239734153267}" dt="2023-12-10T17:26:22.786" v="2271" actId="571"/>
          <ac:spMkLst>
            <pc:docMk/>
            <pc:sldMk cId="710223536" sldId="332"/>
            <ac:spMk id="39" creationId="{09A32D98-F229-2552-71F4-8AE116635925}"/>
          </ac:spMkLst>
        </pc:spChg>
        <pc:spChg chg="add del mod">
          <ac:chgData name="家凱 張" userId="fb1a83b4d77ab87e" providerId="LiveId" clId="{D509C642-1028-4E88-942B-239734153267}" dt="2023-12-10T17:33:22.858" v="2336" actId="478"/>
          <ac:spMkLst>
            <pc:docMk/>
            <pc:sldMk cId="710223536" sldId="332"/>
            <ac:spMk id="40" creationId="{D654327A-E6C9-E715-5488-D8247357C735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1" creationId="{B453BBE5-74FD-D680-3206-1D245FFF797E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2" creationId="{B2CCA1DD-883F-95E7-5F9B-8480E20656E2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3" creationId="{88A7877E-657E-C216-5257-D30E1EBE2886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4" creationId="{EFF62385-9CEE-E141-F848-3A1D2DAF1039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5" creationId="{32C7DF9C-0907-1B64-8F55-9F0EB3917AC2}"/>
          </ac:spMkLst>
        </pc:spChg>
        <pc:spChg chg="add 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6" creationId="{A9EEC01F-F084-9A4E-2B8C-FE1716E461C7}"/>
          </ac:spMkLst>
        </pc:spChg>
        <pc:spChg chg="add 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7" creationId="{C29D0A1F-DE55-B51F-FD29-2F8A717CA471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9" creationId="{EE401A59-0135-04B1-3A4E-466CB1F50F0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50" creationId="{865A7F7D-38EC-B09F-8823-4C672D8F2D6C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51" creationId="{FC3962E6-F695-EDA9-70F1-DD86B985A75A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2" creationId="{DBF8E664-E65E-DF47-843F-391383A96C82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3" creationId="{405E9F79-A544-BF66-508D-EF95B295EBC7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4" creationId="{21008ECA-8253-9F43-46A7-B676783F33B6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9" creationId="{269B98CC-DBC6-6F88-F782-8FA25A74A782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0" creationId="{50D06DD9-7531-613E-881E-11F133DF5EC5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1" creationId="{5BE72A4C-F22B-9DDD-4A4E-5C8E47454676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2" creationId="{85C1DD7E-835D-F269-ED41-71BCFD2CF2F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5" creationId="{217B3CAF-FC24-0F1D-8313-8FC1CC3507E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6" creationId="{CCDD9E05-7673-A96B-9139-614DFE9DFA3C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7" creationId="{E371E5EE-DB29-890F-D52B-8A64938775CA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8" creationId="{AD969A55-0B31-96D3-8445-C95B18A4C9A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9" creationId="{0571D0D8-34EB-B19A-C44C-F272DE47CDB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0" creationId="{4965DC27-71FE-91E1-7086-935F68F5B0B0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1" creationId="{20C03936-2EBF-C74F-6DCB-7712B11FAB03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2" creationId="{95DC6B17-3E7B-9E24-FE55-94D1137253A9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5" creationId="{3C661982-46DA-30E7-D957-7BCD8656B29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8" creationId="{9792A0E4-62DA-FE59-9615-21514008BD6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0" creationId="{4743E4E9-EC71-EAA8-BAF3-37531B536A39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1" creationId="{D3C8BD2B-2E6D-6495-A150-D7B389D7A6B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2" creationId="{60F75102-6B7B-F98E-5A6A-E66BA9C63FC5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3" creationId="{FE0DD67D-5F7E-021E-0C53-00BCF2EDCDA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4" creationId="{AE6743A3-3A17-ECBE-04D2-D1100791F745}"/>
          </ac:spMkLst>
        </pc:spChg>
        <pc:spChg chg="add mod ord">
          <ac:chgData name="家凱 張" userId="fb1a83b4d77ab87e" providerId="LiveId" clId="{D509C642-1028-4E88-942B-239734153267}" dt="2023-12-10T17:31:57.914" v="2330" actId="167"/>
          <ac:spMkLst>
            <pc:docMk/>
            <pc:sldMk cId="710223536" sldId="332"/>
            <ac:spMk id="95" creationId="{39293595-5D03-DB7B-7311-FA50692CA0A7}"/>
          </ac:spMkLst>
        </pc:spChg>
        <pc:spChg chg="add 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6" creationId="{7FBA1184-1EF7-6212-C725-7BED77ED8BDB}"/>
          </ac:spMkLst>
        </pc:spChg>
        <pc:spChg chg="add 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7" creationId="{5F097A24-D590-C711-B394-3B06D984D8AA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9" creationId="{95EF2F5B-7A65-5321-F53F-9D61BE6892F7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00" creationId="{1DF6047E-1ED5-4FE1-0810-682558BCE5B0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01" creationId="{BFFC4BF8-686B-E55C-C975-A0C53170C9B4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2" creationId="{FD5F277B-13D8-0871-0DE3-4C08542D7F5C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3" creationId="{7DC5AD7B-6E01-5D2A-6816-2AF2159E737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4" creationId="{4EE2862A-AE55-EE74-D6E7-E117E2273C32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9" creationId="{459154AF-01E0-F5D4-9127-B04C7B97DA81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0" creationId="{6945A83B-9714-20B0-9C9E-95F07202419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1" creationId="{EDDC07D5-9005-1D26-24DB-300D6511FDBC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2" creationId="{347BF710-709A-683D-58F5-160E6D7C44F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5" creationId="{8F87C51F-18CB-05D0-ACB2-A32A00A08AD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6" creationId="{9766A9BA-F542-3171-0B51-1EDB4EB63FC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7" creationId="{60FEC29E-0C8F-BAAE-8FD8-A5906D92237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8" creationId="{B97CB6C5-0D59-E0D9-C748-E090711C38E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9" creationId="{DD142465-F619-302E-D61A-E83A6340BC4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0" creationId="{3EEDD7E8-3DC0-3779-C937-29EB2A04878E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1" creationId="{DA0F9C61-0493-DE4B-92F7-928391E97E42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2" creationId="{004D3F19-F920-E007-5E70-1554016649EE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5" creationId="{F02726B2-8A82-AFEE-6F06-C5BD280F6BE6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8" creationId="{8810DC05-48D6-7F18-4E37-8883CC365BC8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0" creationId="{07F1F23D-952E-178D-145A-7466618FF994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1" creationId="{D93A5B08-2EAD-ABA6-FFFB-3B794F1866C6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2" creationId="{58C5B56B-4D06-28F1-42C9-570725C48CE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3" creationId="{073B94D3-E8DB-72A4-30C5-4AA089B4DA67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4" creationId="{055DE0E4-958E-6D85-E9CF-B8642D71CF3D}"/>
          </ac:spMkLst>
        </pc:spChg>
        <pc:grpChg chg="add mod">
          <ac:chgData name="家凱 張" userId="fb1a83b4d77ab87e" providerId="LiveId" clId="{D509C642-1028-4E88-942B-239734153267}" dt="2023-12-18T18:28:38.633" v="7575" actId="164"/>
          <ac:grpSpMkLst>
            <pc:docMk/>
            <pc:sldMk cId="710223536" sldId="332"/>
            <ac:grpSpMk id="19" creationId="{29745B0B-8ADC-2227-DF91-328396C33558}"/>
          </ac:grpSpMkLst>
        </pc:grpChg>
        <pc:grpChg chg="add del mod">
          <ac:chgData name="家凱 張" userId="fb1a83b4d77ab87e" providerId="LiveId" clId="{D509C642-1028-4E88-942B-239734153267}" dt="2023-12-10T17:23:48.808" v="2207" actId="165"/>
          <ac:grpSpMkLst>
            <pc:docMk/>
            <pc:sldMk cId="710223536" sldId="332"/>
            <ac:grpSpMk id="35" creationId="{995FDEC1-2E29-C3AD-5AB0-7CD60B57284E}"/>
          </ac:grpSpMkLst>
        </pc:grpChg>
        <pc:grpChg chg="add mod">
          <ac:chgData name="家凱 張" userId="fb1a83b4d77ab87e" providerId="LiveId" clId="{D509C642-1028-4E88-942B-239734153267}" dt="2023-12-10T17:30:39.838" v="2320" actId="1076"/>
          <ac:grpSpMkLst>
            <pc:docMk/>
            <pc:sldMk cId="710223536" sldId="332"/>
            <ac:grpSpMk id="48" creationId="{4072309B-1DDB-1621-7E89-ED1D7FDBF5BF}"/>
          </ac:grpSpMkLst>
        </pc:grpChg>
        <pc:grpChg chg="mod">
          <ac:chgData name="家凱 張" userId="fb1a83b4d77ab87e" providerId="LiveId" clId="{D509C642-1028-4E88-942B-239734153267}" dt="2023-12-10T17:30:39.838" v="2320" actId="1076"/>
          <ac:grpSpMkLst>
            <pc:docMk/>
            <pc:sldMk cId="710223536" sldId="332"/>
            <ac:grpSpMk id="89" creationId="{17BF79D8-F902-C04D-2565-0007A649F8E0}"/>
          </ac:grpSpMkLst>
        </pc:grpChg>
        <pc:grpChg chg="add mod">
          <ac:chgData name="家凱 張" userId="fb1a83b4d77ab87e" providerId="LiveId" clId="{D509C642-1028-4E88-942B-239734153267}" dt="2023-12-10T18:15:58.081" v="2445" actId="571"/>
          <ac:grpSpMkLst>
            <pc:docMk/>
            <pc:sldMk cId="710223536" sldId="332"/>
            <ac:grpSpMk id="98" creationId="{77F668FC-3F37-6797-C42B-8215AE2F759B}"/>
          </ac:grpSpMkLst>
        </pc:grpChg>
        <pc:grpChg chg="mod">
          <ac:chgData name="家凱 張" userId="fb1a83b4d77ab87e" providerId="LiveId" clId="{D509C642-1028-4E88-942B-239734153267}" dt="2023-12-10T18:15:58.081" v="2445" actId="571"/>
          <ac:grpSpMkLst>
            <pc:docMk/>
            <pc:sldMk cId="710223536" sldId="332"/>
            <ac:grpSpMk id="139" creationId="{E5BD6212-2A05-D873-5675-4D33C0267427}"/>
          </ac:grpSpMkLst>
        </pc:grp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2" creationId="{113920D0-BBC3-25C7-DC57-7897CCE43275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3" creationId="{1D343C30-5FF5-47BC-1B7A-47E4D5C15FB6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4" creationId="{9097F61B-3D7F-56CF-F3A5-B80D838A7CF9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5" creationId="{55E9051A-4FC3-FFAE-D7D1-0BCD632D811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6" creationId="{12B009D9-8B3A-D033-A125-C768CA496E15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7" creationId="{911CDD02-8CC5-14B2-2C0A-BCC3FD38ED12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8" creationId="{9522A3D6-5A97-60E8-7A9D-5CBC8A472D30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9" creationId="{FF587BF1-7E62-A620-284C-01B1D04C1F1C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0" creationId="{457242AA-A451-FDB4-814D-39285D452323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1" creationId="{D68F4E20-7AFD-07DC-C9F3-4CE3DFA9766E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5" creationId="{84ECEFF8-BFB4-55ED-DBC5-70FFC0D5F408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6" creationId="{E4A556D3-04FB-D99D-D296-8F8EB347B94E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7" creationId="{FFB5DCF8-9A99-D023-BB1C-F8C9AC16F7D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8" creationId="{6031FBB9-445B-24C8-A7A5-7A3C2597A170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73" creationId="{FCA3135E-FA7C-C092-BCCD-47306B229C9B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74" creationId="{0179CEEF-818C-CD13-0910-95C04EE98C7F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3" creationId="{C42ED7A9-79A6-13D3-60DA-01D8B52ED17F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4" creationId="{63050243-B9C7-F81A-CC93-38B8E00104EB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6" creationId="{0C943EA3-1ACB-DF76-3820-903D7BC10FB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7" creationId="{CEE8801E-0E48-C41F-98F5-C7B268449F8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2" creationId="{4ECDF839-99C8-5EBA-22C5-38FBD416690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3" creationId="{DCD1D933-8A25-073E-53C1-94C6DCF499C1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4" creationId="{B6774405-6FF8-C555-8316-3458BF36C34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5" creationId="{EE551210-24F7-703A-1904-D29FA92FE35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6" creationId="{A8CB1D33-9203-5662-19F9-11600B9559C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7" creationId="{1949D0DF-D564-D0DD-3C9E-93EE4F4007A6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8" creationId="{91B652BF-3A48-8DFC-AF9E-886C152F5748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9" creationId="{110F679C-A4B7-85EE-9E7D-D50348D6DD9D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0" creationId="{398C9DEF-2A6F-0457-3F79-55A40A45E7A0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1" creationId="{45424FE1-EC93-9E7C-8A89-974762320ECE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5" creationId="{87B05B10-11C6-2FCF-C4C2-1D3AA57B7FAE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6" creationId="{46CEF959-0D9E-B447-3E07-05C6E42CB46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7" creationId="{8612EA8A-6F0C-5478-01BA-6E045D0C320F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8" creationId="{E26CC51F-FC82-4322-D01F-5A569AF54A56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23" creationId="{B9563FDC-06FF-14FB-828A-83133567ED19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24" creationId="{F7FB3F14-DC5D-E225-D7F5-CDAC53EEDB3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3" creationId="{EBBF1281-A864-F852-4135-47D477E642B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4" creationId="{3726366A-3344-6A5B-6ABD-B035A9B8375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6" creationId="{7EAEF4E0-ECAB-547E-F712-BBD271BBEA70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7" creationId="{3246ED0B-090D-21FF-E542-5136425F01B3}"/>
          </ac:picMkLst>
        </pc:picChg>
      </pc:sldChg>
      <pc:sldChg chg="addSp delSp modSp new del mod modTransition">
        <pc:chgData name="家凱 張" userId="fb1a83b4d77ab87e" providerId="LiveId" clId="{D509C642-1028-4E88-942B-239734153267}" dt="2023-12-18T18:22:14.679" v="7573" actId="47"/>
        <pc:sldMkLst>
          <pc:docMk/>
          <pc:sldMk cId="2032745201" sldId="333"/>
        </pc:sldMkLst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4" creationId="{53873F43-6ACA-B41C-08E3-F40A3CD8BA2E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5" creationId="{2BB29EBA-CCAA-4832-231D-646974CA6242}"/>
          </ac:spMkLst>
        </pc:spChg>
        <pc:spChg chg="add del mod">
          <ac:chgData name="家凱 張" userId="fb1a83b4d77ab87e" providerId="LiveId" clId="{D509C642-1028-4E88-942B-239734153267}" dt="2023-12-10T18:29:35.360" v="3247" actId="478"/>
          <ac:spMkLst>
            <pc:docMk/>
            <pc:sldMk cId="2032745201" sldId="333"/>
            <ac:spMk id="6" creationId="{94973657-066D-F94D-5C96-51EDA64AA4D7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7" creationId="{75FC4CE8-7AD3-1C27-16A6-D883CE7A94AE}"/>
          </ac:spMkLst>
        </pc:spChg>
        <pc:spChg chg="add del mod">
          <ac:chgData name="家凱 張" userId="fb1a83b4d77ab87e" providerId="LiveId" clId="{D509C642-1028-4E88-942B-239734153267}" dt="2023-12-10T18:16:16.376" v="2449" actId="478"/>
          <ac:spMkLst>
            <pc:docMk/>
            <pc:sldMk cId="2032745201" sldId="333"/>
            <ac:spMk id="8" creationId="{DEC5DBC7-0B25-39FA-8BAD-7DF555F382A3}"/>
          </ac:spMkLst>
        </pc:spChg>
        <pc:spChg chg="add del mod">
          <ac:chgData name="家凱 張" userId="fb1a83b4d77ab87e" providerId="LiveId" clId="{D509C642-1028-4E88-942B-239734153267}" dt="2023-12-10T18:16:17.571" v="2450" actId="478"/>
          <ac:spMkLst>
            <pc:docMk/>
            <pc:sldMk cId="2032745201" sldId="333"/>
            <ac:spMk id="9" creationId="{94B8001E-CC31-A009-1754-0343F286A45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1" creationId="{2A8201AD-535F-560F-D311-8E0876B43A3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2" creationId="{A14809C3-BBC5-F64A-7ABB-B79133E55A9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3" creationId="{D9A78E1E-1A61-A867-96E3-D0B84D960D3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4" creationId="{73D7DEFF-BB60-F971-3E60-92F4FC601FCF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5" creationId="{3DC29D3B-37AF-770D-1C7F-6E90A779EBE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6" creationId="{E5CC8750-D4B2-FC6C-7254-86120EC4E6B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1" creationId="{040677F1-93A6-2BF8-1825-3EB61862822B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2" creationId="{EAE01F06-6BC7-9A58-5267-EAAD3BD509B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3" creationId="{FA5417A5-CEED-EE2D-FA09-38E393CE2ED0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4" creationId="{1687ABE2-4AA4-45CE-CC77-7B779F45367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7" creationId="{3AD3B014-12D2-70DA-0644-0AFB9763FC2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8" creationId="{8C64409E-D5A8-A6AF-D219-7DE873B364B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9" creationId="{6A01223E-2069-1D75-6B16-59D4FD2E5CA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0" creationId="{D7A0D6B9-4C3B-E2B6-D834-0BC53DA0098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1" creationId="{747066F9-DEED-E2FF-EC85-D222000EE4F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2" creationId="{1A703827-4454-CE4C-CADD-7AB0BAE4DA4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3" creationId="{016D0E8B-238C-F8C9-F6E5-D543C500F38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4" creationId="{EB0B0D26-1880-0E59-3DE5-F32F3B03BF88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7" creationId="{B0C9233E-BA15-06D3-C09A-67BD9EE4779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0" creationId="{6791286E-4678-8EB4-19A6-C6CF57F8B507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2" creationId="{8B201E68-B801-78B5-4717-ADF7CD72A7FF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3" creationId="{7EFEFB5D-C768-A230-7D67-D498ED6D063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4" creationId="{BCE759D4-F1D8-E7D6-0A9B-0D1A16E1C00C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5" creationId="{E2DFE03E-0DD6-C4A4-E392-F6536101D2D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6" creationId="{565FDC61-3377-62CD-D56F-AD56DA734674}"/>
          </ac:spMkLst>
        </pc:spChg>
        <pc:spChg chg="add del mod">
          <ac:chgData name="家凱 張" userId="fb1a83b4d77ab87e" providerId="LiveId" clId="{D509C642-1028-4E88-942B-239734153267}" dt="2023-12-10T18:17:07.985" v="2498" actId="478"/>
          <ac:spMkLst>
            <pc:docMk/>
            <pc:sldMk cId="2032745201" sldId="333"/>
            <ac:spMk id="57" creationId="{55510DEF-7BFA-8565-6096-66D055D08D1F}"/>
          </ac:spMkLst>
        </pc:spChg>
        <pc:spChg chg="add del mod">
          <ac:chgData name="家凱 張" userId="fb1a83b4d77ab87e" providerId="LiveId" clId="{D509C642-1028-4E88-942B-239734153267}" dt="2023-12-10T18:17:08.741" v="2499" actId="478"/>
          <ac:spMkLst>
            <pc:docMk/>
            <pc:sldMk cId="2032745201" sldId="333"/>
            <ac:spMk id="58" creationId="{8DCD5052-B672-7E3A-578D-6715331CC38D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0" creationId="{CC373D10-5411-FC35-1156-02577D2F7ECC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1" creationId="{3086DBB4-2A74-2EBA-11C7-DA1BB21C101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2" creationId="{DFF7F625-30A0-C512-E9A2-F6F0804D7AD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3" creationId="{818EFA04-9BC8-A6C4-82DB-C44D7FC0402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4" creationId="{BEC55AF7-5EC1-CB74-F0DD-D875D25510B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5" creationId="{43D4D371-7F09-0489-C45C-7CB4C9B339A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0" creationId="{EFD46433-852A-E911-E547-4A3AFA22EBE7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1" creationId="{568D7181-D643-13D6-82BB-50064D2F4EFF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2" creationId="{8C263F63-37CF-868B-F876-FDF60A524293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3" creationId="{B7CF1CC2-964F-A11A-79E1-892FBAB22398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6" creationId="{3237B6B9-676B-4833-6194-CD5F4D98B9C1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7" creationId="{89392402-35CB-F317-8C1B-4B630ED7B44B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8" creationId="{ABA42FAB-E729-1252-8305-56A335B7A85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9" creationId="{740DB678-4023-B873-A450-2BAE442996D1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0" creationId="{0767348B-6772-AFF7-4BFB-149541E70307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1" creationId="{4D9D5682-3603-F97C-704D-6B18567EBCA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2" creationId="{E14A3164-81AE-2FE8-5929-8B8DC6459BC9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3" creationId="{5E5F188F-822F-EA98-B2B8-6ED61ADF1778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6" creationId="{AE012BB1-200F-6C46-3A5E-983E7CDA573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9" creationId="{40F4A1AC-30F5-A216-537E-B069E6481AC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1" creationId="{7A2DA6B4-2C0A-4732-74E5-B724CC76C1FE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2" creationId="{8A51C565-9DF1-375B-A09E-1C67D25EA186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3" creationId="{240D9803-9857-7FEB-FCCC-35D77D553EC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4" creationId="{FF6056FB-F036-9EAC-ED37-02C5016116CB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5" creationId="{3283F117-28C5-41BC-7D94-6E19280893F4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6" creationId="{0CC38371-F9BC-5AFF-863A-E03420A62692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7" creationId="{3426451E-2BF6-650C-47F6-63352408DB8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8" creationId="{B5E8E11A-15DF-2357-1116-CA91C86C4AF1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9" creationId="{2BBF2C3C-0AC9-802C-E5B7-8899C58C0612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0" creationId="{1AC3CAA4-CC9E-3AEA-6832-750882DF9E8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1" creationId="{3F96DBAB-11EB-BC77-A9E1-78FB5D1D4521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2" creationId="{C22C73FD-A44C-9684-6D43-E6E844B066D3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3" creationId="{3B1A77BF-1008-D491-7064-47B471862ED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4" creationId="{C6ED838B-FEA7-44B9-1E9C-5FA629DC03D5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5" creationId="{A1024936-1045-D04E-83F8-5FD2524CFE6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6" creationId="{620FD92C-939F-B269-7041-84D62595506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7" creationId="{998B7001-B58C-6A34-E680-6D07A747681D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8" creationId="{36342EA0-5A9C-5935-B528-995171C5290E}"/>
          </ac:spMkLst>
        </pc:spChg>
        <pc:spChg chg="add mod">
          <ac:chgData name="家凱 張" userId="fb1a83b4d77ab87e" providerId="LiveId" clId="{D509C642-1028-4E88-942B-239734153267}" dt="2023-12-10T18:28:04.655" v="3215" actId="571"/>
          <ac:spMkLst>
            <pc:docMk/>
            <pc:sldMk cId="2032745201" sldId="333"/>
            <ac:spMk id="119" creationId="{2CA369F9-DF1F-123A-8684-059B826AC8C6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0" creationId="{962FD450-590C-2CB6-0E59-6BAEEC6B359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1" creationId="{7BF1718B-5FAF-16B0-43CF-F1E472BE50F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2" creationId="{8B73A0F7-205D-A566-360B-B1AB6F30BBD0}"/>
          </ac:spMkLst>
        </pc:spChg>
        <pc:grpChg chg="add del mod">
          <ac:chgData name="家凱 張" userId="fb1a83b4d77ab87e" providerId="LiveId" clId="{D509C642-1028-4E88-942B-239734153267}" dt="2023-12-10T18:16:58.522" v="2496" actId="478"/>
          <ac:grpSpMkLst>
            <pc:docMk/>
            <pc:sldMk cId="2032745201" sldId="333"/>
            <ac:grpSpMk id="10" creationId="{7105AC0D-D590-B9C8-86BB-17DFC344EDA7}"/>
          </ac:grpSpMkLst>
        </pc:grpChg>
        <pc:grpChg chg="mod">
          <ac:chgData name="家凱 張" userId="fb1a83b4d77ab87e" providerId="LiveId" clId="{D509C642-1028-4E88-942B-239734153267}" dt="2023-12-10T18:16:54.388" v="2495" actId="404"/>
          <ac:grpSpMkLst>
            <pc:docMk/>
            <pc:sldMk cId="2032745201" sldId="333"/>
            <ac:grpSpMk id="51" creationId="{0AC46155-A827-A50E-3BDE-F353E52B9AEC}"/>
          </ac:grpSpMkLst>
        </pc:grpChg>
        <pc:grpChg chg="add del mod">
          <ac:chgData name="家凱 張" userId="fb1a83b4d77ab87e" providerId="LiveId" clId="{D509C642-1028-4E88-942B-239734153267}" dt="2023-12-18T18:22:10.950" v="7572" actId="478"/>
          <ac:grpSpMkLst>
            <pc:docMk/>
            <pc:sldMk cId="2032745201" sldId="333"/>
            <ac:grpSpMk id="59" creationId="{9E8188A5-BF66-7B3E-3AA7-1A21F9BD3F52}"/>
          </ac:grpSpMkLst>
        </pc:grpChg>
        <pc:grpChg chg="mod">
          <ac:chgData name="家凱 張" userId="fb1a83b4d77ab87e" providerId="LiveId" clId="{D509C642-1028-4E88-942B-239734153267}" dt="2023-12-10T18:20:03.055" v="2840" actId="1076"/>
          <ac:grpSpMkLst>
            <pc:docMk/>
            <pc:sldMk cId="2032745201" sldId="333"/>
            <ac:grpSpMk id="100" creationId="{65A00D67-8884-3849-4CF7-11BF20CC6E71}"/>
          </ac:grpSpMkLst>
        </pc:grpChg>
        <pc:grpChg chg="add mod">
          <ac:chgData name="家凱 張" userId="fb1a83b4d77ab87e" providerId="LiveId" clId="{D509C642-1028-4E88-942B-239734153267}" dt="2023-12-10T18:35:50.206" v="3518" actId="1076"/>
          <ac:grpSpMkLst>
            <pc:docMk/>
            <pc:sldMk cId="2032745201" sldId="333"/>
            <ac:grpSpMk id="145" creationId="{FAD14C4B-A065-B6AA-605C-39F690CA504C}"/>
          </ac:grpSpMkLst>
        </pc:grp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4" creationId="{DDF812C4-1491-750F-CB3F-A9B6EE1784E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5" creationId="{E05EB57D-98CF-4AEA-AB90-A392E79D987A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6" creationId="{A7CBDA9F-4DA1-ACBB-36A3-7403C9FCC735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7" creationId="{750DC3D1-00E9-E109-9810-860E01FF5F04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8" creationId="{76D6A7F5-8F4D-0352-4521-6F1F6738D4F4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9" creationId="{C84FD7E8-03CF-2F7E-C98E-6B913F32094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0" creationId="{26CAE47C-1F86-225A-70BE-E99A5710C429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1" creationId="{ED95625D-48C1-56A5-7EA0-37539860A485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2" creationId="{6B9DA0C6-7C94-DD3B-5C37-C0DEE4606DA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3" creationId="{F426952D-126C-D896-180E-4198752A4679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7" creationId="{809B3CD2-CB38-2BDE-6E16-B3A2763A5C78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8" creationId="{B88725DA-C68C-97DB-CA9A-93DF37EAC4D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9" creationId="{D7BF7CA6-BCF1-08C3-24F3-3F8407402353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0" creationId="{5343CE91-C17A-65E1-3F4D-1B8B491461AA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5" creationId="{07F3B8C8-375F-126A-5846-A248366E1D4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6" creationId="{B5746768-27BA-047A-F6F0-11E7AE0735BC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5" creationId="{817048A2-9F2A-82E3-6548-A273B185FE47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6" creationId="{CDC3CA97-9950-B5B3-5B6F-5CB25DC398E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8" creationId="{DC30C138-B248-BE58-CCFD-89CE3FE1F97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9" creationId="{941224F2-11B5-ED14-D833-88322E775F8C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3" creationId="{2213F813-86D5-3467-FD45-200D028B3350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4" creationId="{088644CD-765E-6612-2D0D-548AFC50BA97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5" creationId="{BDCC2D99-493E-5668-5C50-A3873578F2A6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6" creationId="{8C33133C-95D0-0099-8F9B-C3C3FB20F375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7" creationId="{16CE27EA-751A-C422-DF0F-86EF4A41CFB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8" creationId="{A0FF04F8-3B0B-D1CA-75C2-FBDD65B5CDDD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9" creationId="{8EEE8956-5B47-2C36-26DB-9A7570F48C6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0" creationId="{375AC624-A761-0173-F7B9-FF746506AFC4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1" creationId="{A6901AA7-C033-A236-46BF-598E2BEB29AD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2" creationId="{A40EEB43-4AC3-0C2C-4DE8-3C7AE57E2174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6" creationId="{146330BF-6E58-B8DB-22C5-14EC6B38600B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7" creationId="{87ACDB1D-9F96-BA6F-F4D5-4574AC1C25A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8" creationId="{6F096CB2-0273-369D-0A1D-F6FDF0E4CEFA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9" creationId="{B4CFCC3B-B47C-ACCE-77BE-B01C3759124B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84" creationId="{19AEB435-3384-8C71-5984-C2BC107D8926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85" creationId="{3C6950BD-037D-FB95-1EC7-F82C6DC467A7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4" creationId="{AF5D2327-06B0-4F05-1FFA-5F189C41B1A1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5" creationId="{8F753B53-3F27-286A-021A-0B3751156AFA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7" creationId="{4A1C98F4-AB8A-AFE1-CD20-6CB565E1294E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8" creationId="{28079012-E09B-2F86-306F-60535FED3132}"/>
          </ac:picMkLst>
        </pc:pic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24" creationId="{2256D4C1-3A90-3F97-BAFF-DEDFBD0133A8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28" creationId="{7B4B0B07-F904-6AFC-2FEC-6EAE08E8FF84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32" creationId="{458C4F58-F863-A956-C72B-381C44D57ABB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33" creationId="{95D88B7B-1B6E-E34C-AE04-DBD7D871CFC3}"/>
          </ac:cxnSpMkLst>
        </pc:cxnChg>
      </pc:sldChg>
      <pc:sldChg chg="delSp modSp add modTransition">
        <pc:chgData name="家凱 張" userId="fb1a83b4d77ab87e" providerId="LiveId" clId="{D509C642-1028-4E88-942B-239734153267}" dt="2023-12-18T18:22:08.336" v="7571" actId="478"/>
        <pc:sldMkLst>
          <pc:docMk/>
          <pc:sldMk cId="533086020" sldId="334"/>
        </pc:sldMkLst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4" creationId="{53873F43-6ACA-B41C-08E3-F40A3CD8BA2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5" creationId="{2BB29EBA-CCAA-4832-231D-646974CA624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" creationId="{75FC4CE8-7AD3-1C27-16A6-D883CE7A94A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0" creationId="{CC373D10-5411-FC35-1156-02577D2F7ECC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1" creationId="{3086DBB4-2A74-2EBA-11C7-DA1BB21C101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2" creationId="{DFF7F625-30A0-C512-E9A2-F6F0804D7AD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3" creationId="{818EFA04-9BC8-A6C4-82DB-C44D7FC0402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4" creationId="{BEC55AF7-5EC1-CB74-F0DD-D875D25510B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5" creationId="{43D4D371-7F09-0489-C45C-7CB4C9B339A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0" creationId="{EFD46433-852A-E911-E547-4A3AFA22EBE7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1" creationId="{568D7181-D643-13D6-82BB-50064D2F4EF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2" creationId="{8C263F63-37CF-868B-F876-FDF60A524293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3" creationId="{B7CF1CC2-964F-A11A-79E1-892FBAB22398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6" creationId="{3237B6B9-676B-4833-6194-CD5F4D98B9C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7" creationId="{89392402-35CB-F317-8C1B-4B630ED7B44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8" creationId="{ABA42FAB-E729-1252-8305-56A335B7A85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9" creationId="{740DB678-4023-B873-A450-2BAE442996D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0" creationId="{0767348B-6772-AFF7-4BFB-149541E70307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1" creationId="{4D9D5682-3603-F97C-704D-6B18567EBCA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2" creationId="{E14A3164-81AE-2FE8-5929-8B8DC6459BC9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3" creationId="{5E5F188F-822F-EA98-B2B8-6ED61ADF1778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6" creationId="{AE012BB1-200F-6C46-3A5E-983E7CDA573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9" creationId="{40F4A1AC-30F5-A216-537E-B069E6481AC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1" creationId="{7A2DA6B4-2C0A-4732-74E5-B724CC76C1F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2" creationId="{8A51C565-9DF1-375B-A09E-1C67D25EA186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3" creationId="{240D9803-9857-7FEB-FCCC-35D77D553EC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4" creationId="{FF6056FB-F036-9EAC-ED37-02C5016116C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5" creationId="{3283F117-28C5-41BC-7D94-6E19280893F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6" creationId="{0CC38371-F9BC-5AFF-863A-E03420A6269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7" creationId="{3426451E-2BF6-650C-47F6-63352408DB8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8" creationId="{B5E8E11A-15DF-2357-1116-CA91C86C4AF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9" creationId="{2BBF2C3C-0AC9-802C-E5B7-8899C58C061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0" creationId="{1AC3CAA4-CC9E-3AEA-6832-750882DF9E8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1" creationId="{3F96DBAB-11EB-BC77-A9E1-78FB5D1D452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2" creationId="{C22C73FD-A44C-9684-6D43-E6E844B066D3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3" creationId="{3B1A77BF-1008-D491-7064-47B471862ED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4" creationId="{C6ED838B-FEA7-44B9-1E9C-5FA629DC03D5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5" creationId="{A1024936-1045-D04E-83F8-5FD2524CFE6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6" creationId="{620FD92C-939F-B269-7041-84D62595506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7" creationId="{998B7001-B58C-6A34-E680-6D07A747681D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8" creationId="{36342EA0-5A9C-5935-B528-995171C5290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0" creationId="{962FD450-590C-2CB6-0E59-6BAEEC6B359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1" creationId="{7BF1718B-5FAF-16B0-43CF-F1E472BE50F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2" creationId="{8B73A0F7-205D-A566-360B-B1AB6F30BBD0}"/>
          </ac:spMkLst>
        </pc:spChg>
        <pc:grpChg chg="del mod">
          <ac:chgData name="家凱 張" userId="fb1a83b4d77ab87e" providerId="LiveId" clId="{D509C642-1028-4E88-942B-239734153267}" dt="2023-12-18T18:22:08.336" v="7571" actId="478"/>
          <ac:grpSpMkLst>
            <pc:docMk/>
            <pc:sldMk cId="533086020" sldId="334"/>
            <ac:grpSpMk id="59" creationId="{9E8188A5-BF66-7B3E-3AA7-1A21F9BD3F52}"/>
          </ac:grpSpMkLst>
        </pc:grpChg>
        <pc:grpChg chg="mod">
          <ac:chgData name="家凱 張" userId="fb1a83b4d77ab87e" providerId="LiveId" clId="{D509C642-1028-4E88-942B-239734153267}" dt="2023-12-10T18:49:23.147" v="3529" actId="1076"/>
          <ac:grpSpMkLst>
            <pc:docMk/>
            <pc:sldMk cId="533086020" sldId="334"/>
            <ac:grpSpMk id="100" creationId="{65A00D67-8884-3849-4CF7-11BF20CC6E71}"/>
          </ac:grpSpMkLst>
        </pc:grpChg>
        <pc:grpChg chg="mod">
          <ac:chgData name="家凱 張" userId="fb1a83b4d77ab87e" providerId="LiveId" clId="{D509C642-1028-4E88-942B-239734153267}" dt="2023-12-10T18:49:23.147" v="3529" actId="1076"/>
          <ac:grpSpMkLst>
            <pc:docMk/>
            <pc:sldMk cId="533086020" sldId="334"/>
            <ac:grpSpMk id="145" creationId="{FAD14C4B-A065-B6AA-605C-39F690CA504C}"/>
          </ac:grpSpMkLst>
        </pc:grp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3" creationId="{2213F813-86D5-3467-FD45-200D028B3350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4" creationId="{088644CD-765E-6612-2D0D-548AFC50BA97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5" creationId="{BDCC2D99-493E-5668-5C50-A3873578F2A6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6" creationId="{8C33133C-95D0-0099-8F9B-C3C3FB20F375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7" creationId="{16CE27EA-751A-C422-DF0F-86EF4A41CFB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8" creationId="{A0FF04F8-3B0B-D1CA-75C2-FBDD65B5CDDD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9" creationId="{8EEE8956-5B47-2C36-26DB-9A7570F48C6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0" creationId="{375AC624-A761-0173-F7B9-FF746506AFC4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1" creationId="{A6901AA7-C033-A236-46BF-598E2BEB29AD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2" creationId="{A40EEB43-4AC3-0C2C-4DE8-3C7AE57E2174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6" creationId="{146330BF-6E58-B8DB-22C5-14EC6B38600B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7" creationId="{87ACDB1D-9F96-BA6F-F4D5-4574AC1C25A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8" creationId="{6F096CB2-0273-369D-0A1D-F6FDF0E4CEFA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9" creationId="{B4CFCC3B-B47C-ACCE-77BE-B01C3759124B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84" creationId="{19AEB435-3384-8C71-5984-C2BC107D8926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85" creationId="{3C6950BD-037D-FB95-1EC7-F82C6DC467A7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4" creationId="{AF5D2327-06B0-4F05-1FFA-5F189C41B1A1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5" creationId="{8F753B53-3F27-286A-021A-0B3751156AFA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7" creationId="{4A1C98F4-AB8A-AFE1-CD20-6CB565E1294E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8" creationId="{28079012-E09B-2F86-306F-60535FED3132}"/>
          </ac:picMkLst>
        </pc:pic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24" creationId="{2256D4C1-3A90-3F97-BAFF-DEDFBD0133A8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28" creationId="{7B4B0B07-F904-6AFC-2FEC-6EAE08E8FF84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32" creationId="{458C4F58-F863-A956-C72B-381C44D57ABB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33" creationId="{95D88B7B-1B6E-E34C-AE04-DBD7D871CFC3}"/>
          </ac:cxnSpMkLst>
        </pc:cxnChg>
      </pc:sldChg>
      <pc:sldChg chg="addSp delSp modSp new mod modTransition">
        <pc:chgData name="家凱 張" userId="fb1a83b4d77ab87e" providerId="LiveId" clId="{D509C642-1028-4E88-942B-239734153267}" dt="2023-12-11T05:50:29.991" v="4445"/>
        <pc:sldMkLst>
          <pc:docMk/>
          <pc:sldMk cId="1736784790" sldId="335"/>
        </pc:sldMkLst>
        <pc:spChg chg="mod">
          <ac:chgData name="家凱 張" userId="fb1a83b4d77ab87e" providerId="LiveId" clId="{D509C642-1028-4E88-942B-239734153267}" dt="2023-12-10T20:01:54.714" v="4268" actId="20577"/>
          <ac:spMkLst>
            <pc:docMk/>
            <pc:sldMk cId="1736784790" sldId="335"/>
            <ac:spMk id="2" creationId="{47F604E3-BB0E-D9B1-4E81-9B87941D15F9}"/>
          </ac:spMkLst>
        </pc:spChg>
        <pc:spChg chg="add mod or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" creationId="{6318E2A6-0CB1-B799-F937-337BA4126D91}"/>
          </ac:spMkLst>
        </pc:spChg>
        <pc:spChg chg="add del mod">
          <ac:chgData name="家凱 張" userId="fb1a83b4d77ab87e" providerId="LiveId" clId="{D509C642-1028-4E88-942B-239734153267}" dt="2023-12-10T19:38:24.927" v="3533" actId="478"/>
          <ac:spMkLst>
            <pc:docMk/>
            <pc:sldMk cId="1736784790" sldId="335"/>
            <ac:spMk id="5" creationId="{BC54FE07-667D-28D0-61E5-18E0B2F6328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6" creationId="{C2D6C866-3654-A3B9-2411-50EA06776D03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4" creationId="{06E0991E-13C6-99B8-35FE-7C010082F60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5" creationId="{A73B4576-0E2E-3A55-F267-94B5C138CE5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7" creationId="{0A03FA3C-D71B-C6C0-3B28-097B2312AAE7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8" creationId="{8E933F7B-5FF5-5B9A-A961-BDFE6B1F1A6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0" creationId="{4CBB022F-8CED-40CA-EBB9-1399E1F226CB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3" creationId="{FEA5F7B2-0E71-15F4-5DD7-35A6FAA3D05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5" creationId="{BD6DC84C-06BC-9E9B-D485-C3E21217A83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8" creationId="{C43AB799-F866-4157-4719-40578505A2A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9" creationId="{1BCBE7D9-77DC-53E0-D03F-EA1771856330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0" creationId="{CD857CE0-2580-DB6D-0448-B85BAF700DE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1" creationId="{8F64263C-9E23-FD3A-DFD1-68488DAB6D31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5" creationId="{9246C9EA-CDB0-B18C-F738-B059A234EBE2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6" creationId="{3C698107-94D2-3592-7131-B349866576A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7" creationId="{FCFC6D9F-E695-4FCA-059A-445E99D12EC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8" creationId="{5F4D7A18-BDC5-DCCD-CCB2-CB76AFA080D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9" creationId="{F20A9609-42B8-F86C-82D6-0F19D65164D2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0" creationId="{1926A726-FC62-D98B-3094-BEE04017A838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6" creationId="{86B3E651-8AF1-BC56-A3E5-C9E65FA0B827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7" creationId="{0882C737-5CF1-6308-E30A-E2B93786EBF1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8" creationId="{EFD09EC5-CCD0-4B1F-8C23-0A45770D33F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9" creationId="{271C02E1-5BFE-10D9-F614-896534311DCD}"/>
          </ac:spMkLst>
        </pc:spChg>
        <pc:spChg chg="add mod">
          <ac:chgData name="家凱 張" userId="fb1a83b4d77ab87e" providerId="LiveId" clId="{D509C642-1028-4E88-942B-239734153267}" dt="2023-12-10T20:01:06.336" v="4218" actId="571"/>
          <ac:spMkLst>
            <pc:docMk/>
            <pc:sldMk cId="1736784790" sldId="335"/>
            <ac:spMk id="50" creationId="{9F73C7FE-9D1B-07C7-F634-6C9C39258470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1" creationId="{29E3E7CC-D0AA-FC54-4AB8-80D8FC53892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2" creationId="{390C9C28-CC74-7B17-0B9E-9D4341BA509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3" creationId="{875EABDE-C755-90A3-1040-AA53074BDECE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4" creationId="{1BFB8B40-0DB1-581A-D862-19C34C5335E0}"/>
          </ac:spMkLst>
        </pc:spChg>
        <pc:grpChg chg="add mod">
          <ac:chgData name="家凱 張" userId="fb1a83b4d77ab87e" providerId="LiveId" clId="{D509C642-1028-4E88-942B-239734153267}" dt="2023-12-10T20:02:04.504" v="4269" actId="164"/>
          <ac:grpSpMkLst>
            <pc:docMk/>
            <pc:sldMk cId="1736784790" sldId="335"/>
            <ac:grpSpMk id="55" creationId="{F0997FB6-0AEA-A8F1-9034-790AE3B92909}"/>
          </ac:grpSpMkLst>
        </pc:grp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8" creationId="{0699C59F-0887-FA3F-0D68-98B10EEE1F96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0" creationId="{7519B422-2B33-69E4-DBB3-F9F3C0CB817D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2" creationId="{F73CCA10-EDD9-4337-92E0-F567DB448C08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6" creationId="{CD86DD4F-9ADD-9C74-9B93-3629F525B7DF}"/>
          </ac:cxnSpMkLst>
        </pc:cxnChg>
        <pc:cxnChg chg="add del mod">
          <ac:chgData name="家凱 張" userId="fb1a83b4d77ab87e" providerId="LiveId" clId="{D509C642-1028-4E88-942B-239734153267}" dt="2023-12-10T19:45:51.080" v="3706" actId="478"/>
          <ac:cxnSpMkLst>
            <pc:docMk/>
            <pc:sldMk cId="1736784790" sldId="335"/>
            <ac:cxnSpMk id="19" creationId="{F99827F4-F7F1-F134-A435-8D324AA154F0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1" creationId="{A81DF26A-27EF-D8E1-D986-44C81A8CBA99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2" creationId="{C2327EC1-80C6-04DC-44CF-D1BC37FAA90E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4" creationId="{3475A8B0-9CF2-10E7-7198-614D703E0388}"/>
          </ac:cxnSpMkLst>
        </pc:cxnChg>
        <pc:cxnChg chg="add del mod">
          <ac:chgData name="家凱 張" userId="fb1a83b4d77ab87e" providerId="LiveId" clId="{D509C642-1028-4E88-942B-239734153267}" dt="2023-12-10T19:55:52.663" v="4118" actId="478"/>
          <ac:cxnSpMkLst>
            <pc:docMk/>
            <pc:sldMk cId="1736784790" sldId="335"/>
            <ac:cxnSpMk id="32" creationId="{5DAD0440-81A6-567A-D7B2-4E17175F66B9}"/>
          </ac:cxnSpMkLst>
        </pc:cxnChg>
      </pc:sldChg>
      <pc:sldChg chg="addSp modSp new mod modTransition">
        <pc:chgData name="家凱 張" userId="fb1a83b4d77ab87e" providerId="LiveId" clId="{D509C642-1028-4E88-942B-239734153267}" dt="2023-12-11T05:50:29.991" v="4446"/>
        <pc:sldMkLst>
          <pc:docMk/>
          <pc:sldMk cId="1371335747" sldId="336"/>
        </pc:sldMkLst>
        <pc:spChg chg="add mod">
          <ac:chgData name="家凱 張" userId="fb1a83b4d77ab87e" providerId="LiveId" clId="{D509C642-1028-4E88-942B-239734153267}" dt="2023-12-11T05:02:52.685" v="4341" actId="164"/>
          <ac:spMkLst>
            <pc:docMk/>
            <pc:sldMk cId="1371335747" sldId="336"/>
            <ac:spMk id="6" creationId="{3DFFCCE4-4A5E-ACD1-609B-AD4969DB470E}"/>
          </ac:spMkLst>
        </pc:spChg>
        <pc:spChg chg="add mod">
          <ac:chgData name="家凱 張" userId="fb1a83b4d77ab87e" providerId="LiveId" clId="{D509C642-1028-4E88-942B-239734153267}" dt="2023-12-11T05:02:52.685" v="4341" actId="164"/>
          <ac:spMkLst>
            <pc:docMk/>
            <pc:sldMk cId="1371335747" sldId="336"/>
            <ac:spMk id="7" creationId="{30E61525-C676-34C6-CFBC-F6E463D370BC}"/>
          </ac:spMkLst>
        </pc:spChg>
        <pc:grpChg chg="add mod">
          <ac:chgData name="家凱 張" userId="fb1a83b4d77ab87e" providerId="LiveId" clId="{D509C642-1028-4E88-942B-239734153267}" dt="2023-12-11T05:02:52.685" v="4341" actId="164"/>
          <ac:grpSpMkLst>
            <pc:docMk/>
            <pc:sldMk cId="1371335747" sldId="336"/>
            <ac:grpSpMk id="8" creationId="{4A1CF198-85B4-7BF6-CC37-8863B95CE630}"/>
          </ac:grpSpMkLst>
        </pc:grpChg>
        <pc:picChg chg="add mod">
          <ac:chgData name="家凱 張" userId="fb1a83b4d77ab87e" providerId="LiveId" clId="{D509C642-1028-4E88-942B-239734153267}" dt="2023-12-11T05:02:52.685" v="4341" actId="164"/>
          <ac:picMkLst>
            <pc:docMk/>
            <pc:sldMk cId="1371335747" sldId="336"/>
            <ac:picMk id="5" creationId="{0E7B0227-94AE-9A69-FFD3-F306F6B621BE}"/>
          </ac:picMkLst>
        </pc:picChg>
      </pc:sldChg>
      <pc:sldChg chg="addSp modSp new modTransition">
        <pc:chgData name="家凱 張" userId="fb1a83b4d77ab87e" providerId="LiveId" clId="{D509C642-1028-4E88-942B-239734153267}" dt="2023-12-11T05:50:29.991" v="4447"/>
        <pc:sldMkLst>
          <pc:docMk/>
          <pc:sldMk cId="905034616" sldId="337"/>
        </pc:sldMkLst>
        <pc:spChg chg="mod">
          <ac:chgData name="家凱 張" userId="fb1a83b4d77ab87e" providerId="LiveId" clId="{D509C642-1028-4E88-942B-239734153267}" dt="2023-12-11T05:00:35.891" v="4276"/>
          <ac:spMkLst>
            <pc:docMk/>
            <pc:sldMk cId="905034616" sldId="337"/>
            <ac:spMk id="5" creationId="{E916D18B-2B33-BC35-815D-192B3D6CCD15}"/>
          </ac:spMkLst>
        </pc:spChg>
        <pc:spChg chg="mod">
          <ac:chgData name="家凱 張" userId="fb1a83b4d77ab87e" providerId="LiveId" clId="{D509C642-1028-4E88-942B-239734153267}" dt="2023-12-11T05:00:35.891" v="4276"/>
          <ac:spMkLst>
            <pc:docMk/>
            <pc:sldMk cId="905034616" sldId="337"/>
            <ac:spMk id="6" creationId="{759DDEDC-E501-33C0-720E-8365A551FE2D}"/>
          </ac:spMkLst>
        </pc:spChg>
        <pc:grpChg chg="add mod">
          <ac:chgData name="家凱 張" userId="fb1a83b4d77ab87e" providerId="LiveId" clId="{D509C642-1028-4E88-942B-239734153267}" dt="2023-12-11T05:00:35.891" v="4276"/>
          <ac:grpSpMkLst>
            <pc:docMk/>
            <pc:sldMk cId="905034616" sldId="337"/>
            <ac:grpSpMk id="4" creationId="{B2635E64-C468-5A57-4482-BC888AF0AC89}"/>
          </ac:grpSpMkLst>
        </pc:grpChg>
        <pc:picChg chg="mod">
          <ac:chgData name="家凱 張" userId="fb1a83b4d77ab87e" providerId="LiveId" clId="{D509C642-1028-4E88-942B-239734153267}" dt="2023-12-11T05:00:35.891" v="4276"/>
          <ac:picMkLst>
            <pc:docMk/>
            <pc:sldMk cId="905034616" sldId="337"/>
            <ac:picMk id="7" creationId="{A3CFD262-C923-7460-9EE7-0271902BFF7E}"/>
          </ac:picMkLst>
        </pc:picChg>
        <pc:picChg chg="mod">
          <ac:chgData name="家凱 張" userId="fb1a83b4d77ab87e" providerId="LiveId" clId="{D509C642-1028-4E88-942B-239734153267}" dt="2023-12-11T05:00:35.891" v="4276"/>
          <ac:picMkLst>
            <pc:docMk/>
            <pc:sldMk cId="905034616" sldId="337"/>
            <ac:picMk id="8" creationId="{8A3ADB95-14F8-589A-98C5-57E10DC29D6C}"/>
          </ac:picMkLst>
        </pc:picChg>
      </pc:sldChg>
      <pc:sldChg chg="addSp modSp new modTransition">
        <pc:chgData name="家凱 張" userId="fb1a83b4d77ab87e" providerId="LiveId" clId="{D509C642-1028-4E88-942B-239734153267}" dt="2023-12-11T05:50:29.992" v="4448"/>
        <pc:sldMkLst>
          <pc:docMk/>
          <pc:sldMk cId="2153526450" sldId="338"/>
        </pc:sldMkLst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6" creationId="{F5D6B15A-F4EA-DA9E-FEB3-503826EDFB2E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7" creationId="{5D2E0352-E02A-8D6D-487E-ED59FB94ADFD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8" creationId="{2E889CFB-3EB4-7BFF-9B4A-E9F999ABFB2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9" creationId="{2520827D-B77D-F94A-9E5B-279DE811702A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0" creationId="{CCA7F7DA-87E0-33C0-6D7C-F8845FCA8414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1" creationId="{34188E59-8A7D-9F8D-C3E0-831C53306E30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2" creationId="{9D18BCAB-79CC-0E2A-0662-216962593D19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3" creationId="{BD0E6FA0-157D-2424-9A74-47B0FFE0FE2D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4" creationId="{D085C9EA-C2F2-A642-D0B4-A4601464208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5" creationId="{AE2EC339-98F4-17A0-6599-21FD1A95D3F9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6" creationId="{53D2057C-A2D1-3D84-006C-FE27886192C5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8" creationId="{88EEE7BE-7022-AED2-0ABD-71FE98608DC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9" creationId="{9822B005-3777-7DC3-6225-E25E9839F40E}"/>
          </ac:spMkLst>
        </pc:spChg>
        <pc:grpChg chg="add 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4" creationId="{FF036C0C-BB41-9F3F-8708-13758716B25E}"/>
          </ac:grpSpMkLst>
        </pc:grpChg>
        <pc:grpChg chg="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5" creationId="{3755C7F6-BA41-451C-1056-39263BDB6D62}"/>
          </ac:grpSpMkLst>
        </pc:grpChg>
        <pc:grpChg chg="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17" creationId="{56699310-D973-B812-FA8A-DFA449D529A5}"/>
          </ac:grpSpMkLst>
        </pc:grpChg>
        <pc:picChg chg="mod">
          <ac:chgData name="家凱 張" userId="fb1a83b4d77ab87e" providerId="LiveId" clId="{D509C642-1028-4E88-942B-239734153267}" dt="2023-12-11T05:00:54.216" v="4278"/>
          <ac:picMkLst>
            <pc:docMk/>
            <pc:sldMk cId="2153526450" sldId="338"/>
            <ac:picMk id="20" creationId="{9CC6E1A4-859A-A573-CD7C-A3D39B45CE8D}"/>
          </ac:picMkLst>
        </pc:picChg>
        <pc:picChg chg="mod">
          <ac:chgData name="家凱 張" userId="fb1a83b4d77ab87e" providerId="LiveId" clId="{D509C642-1028-4E88-942B-239734153267}" dt="2023-12-11T05:00:54.216" v="4278"/>
          <ac:picMkLst>
            <pc:docMk/>
            <pc:sldMk cId="2153526450" sldId="338"/>
            <ac:picMk id="21" creationId="{17945EE8-7AE9-9031-A316-DACAE7FF0342}"/>
          </ac:picMkLst>
        </pc:picChg>
      </pc:sldChg>
      <pc:sldChg chg="addSp delSp modSp new mod modTransition">
        <pc:chgData name="家凱 張" userId="fb1a83b4d77ab87e" providerId="LiveId" clId="{D509C642-1028-4E88-942B-239734153267}" dt="2023-12-11T05:50:29.993" v="4449"/>
        <pc:sldMkLst>
          <pc:docMk/>
          <pc:sldMk cId="48686606" sldId="339"/>
        </pc:sldMkLst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7" creationId="{9F49E5A8-F167-E54C-1A97-185863D1E8F0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8" creationId="{F940CCB7-4B96-2869-FA4D-EFCA9B8529F0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9" creationId="{65EE5222-A659-3C25-20E4-EBB6DAE8157D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0" creationId="{DD934FBD-955C-5862-CC24-65D0A6E16DFA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1" creationId="{C210A2D4-D94C-D6A0-E9B5-E168233B2D6B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2" creationId="{74C5F9F5-7941-C964-6A08-7CE847428DC6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3" creationId="{C1B910A5-52C5-0684-CE46-105D65EE5D24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4" creationId="{01002138-9C12-1969-51F7-FE30540BFF46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5" creationId="{EC900414-DCD0-7A16-DC06-4ED52FCF4CA8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6" creationId="{FD3E9993-489F-F32C-4789-2DAB27739533}"/>
          </ac:spMkLst>
        </pc:spChg>
        <pc:spChg chg="mod">
          <ac:chgData name="家凱 張" userId="fb1a83b4d77ab87e" providerId="LiveId" clId="{D509C642-1028-4E88-942B-239734153267}" dt="2023-12-11T05:49:28.211" v="4423" actId="14100"/>
          <ac:spMkLst>
            <pc:docMk/>
            <pc:sldMk cId="48686606" sldId="339"/>
            <ac:spMk id="20" creationId="{18A18B9B-2D2E-F8DF-8D52-D8F7B3AFBA5E}"/>
          </ac:spMkLst>
        </pc:spChg>
        <pc:spChg chg="mod">
          <ac:chgData name="家凱 張" userId="fb1a83b4d77ab87e" providerId="LiveId" clId="{D509C642-1028-4E88-942B-239734153267}" dt="2023-12-11T05:49:47.676" v="4429" actId="14100"/>
          <ac:spMkLst>
            <pc:docMk/>
            <pc:sldMk cId="48686606" sldId="339"/>
            <ac:spMk id="21" creationId="{1A786EB2-A419-6F2F-040D-832F07FB141F}"/>
          </ac:spMkLst>
        </pc:spChg>
        <pc:spChg chg="mod">
          <ac:chgData name="家凱 張" userId="fb1a83b4d77ab87e" providerId="LiveId" clId="{D509C642-1028-4E88-942B-239734153267}" dt="2023-12-11T05:49:31.980" v="4425" actId="14100"/>
          <ac:spMkLst>
            <pc:docMk/>
            <pc:sldMk cId="48686606" sldId="339"/>
            <ac:spMk id="22" creationId="{26537751-5E9F-38FA-2BEA-4BA3E282871A}"/>
          </ac:spMkLst>
        </pc:spChg>
        <pc:spChg chg="mod">
          <ac:chgData name="家凱 張" userId="fb1a83b4d77ab87e" providerId="LiveId" clId="{D509C642-1028-4E88-942B-239734153267}" dt="2023-12-11T05:49:44.602" v="4428" actId="1076"/>
          <ac:spMkLst>
            <pc:docMk/>
            <pc:sldMk cId="48686606" sldId="339"/>
            <ac:spMk id="23" creationId="{2AB899A1-8B59-AD87-2EFA-A4BE040C5FD4}"/>
          </ac:spMkLst>
        </pc:spChg>
        <pc:spChg chg="mod">
          <ac:chgData name="家凱 張" userId="fb1a83b4d77ab87e" providerId="LiveId" clId="{D509C642-1028-4E88-942B-239734153267}" dt="2023-12-11T05:49:36.761" v="4427" actId="14100"/>
          <ac:spMkLst>
            <pc:docMk/>
            <pc:sldMk cId="48686606" sldId="339"/>
            <ac:spMk id="24" creationId="{98C2F769-D276-3D9E-B1ED-FD21722140F6}"/>
          </ac:spMkLst>
        </pc:spChg>
        <pc:spChg chg="mod">
          <ac:chgData name="家凱 張" userId="fb1a83b4d77ab87e" providerId="LiveId" clId="{D509C642-1028-4E88-942B-239734153267}" dt="2023-12-11T05:49:19.656" v="4420" actId="403"/>
          <ac:spMkLst>
            <pc:docMk/>
            <pc:sldMk cId="48686606" sldId="339"/>
            <ac:spMk id="25" creationId="{3A38B0B0-E22C-3F57-8450-A5884A516C96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6" creationId="{CC471D10-49B2-5050-1517-1F7368971766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7" creationId="{86D5C974-DFC5-50BE-7DC0-93CF3A3580EE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8" creationId="{C7D5A9B3-E41A-E593-0D2F-99B5402ED280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9" creationId="{9942C954-E14B-7B57-03A1-D33139FAFD5B}"/>
          </ac:spMkLst>
        </pc:spChg>
        <pc:spChg chg="add mod">
          <ac:chgData name="家凱 張" userId="fb1a83b4d77ab87e" providerId="LiveId" clId="{D509C642-1028-4E88-942B-239734153267}" dt="2023-12-11T05:50:02.220" v="4431" actId="1076"/>
          <ac:spMkLst>
            <pc:docMk/>
            <pc:sldMk cId="48686606" sldId="339"/>
            <ac:spMk id="30" creationId="{2EC5647E-555F-035F-DD96-E1E6E52BB792}"/>
          </ac:spMkLst>
        </pc:spChg>
        <pc:spChg chg="add mod">
          <ac:chgData name="家凱 張" userId="fb1a83b4d77ab87e" providerId="LiveId" clId="{D509C642-1028-4E88-942B-239734153267}" dt="2023-12-11T05:50:05.270" v="4432" actId="571"/>
          <ac:spMkLst>
            <pc:docMk/>
            <pc:sldMk cId="48686606" sldId="339"/>
            <ac:spMk id="31" creationId="{4629FFFF-ABF7-AFDA-F607-297504D5C835}"/>
          </ac:spMkLst>
        </pc:spChg>
        <pc:spChg chg="add mod">
          <ac:chgData name="家凱 張" userId="fb1a83b4d77ab87e" providerId="LiveId" clId="{D509C642-1028-4E88-942B-239734153267}" dt="2023-12-11T05:50:09.848" v="4433" actId="571"/>
          <ac:spMkLst>
            <pc:docMk/>
            <pc:sldMk cId="48686606" sldId="339"/>
            <ac:spMk id="32" creationId="{B5F08E2B-2132-3049-BEBC-5E96220CB9AB}"/>
          </ac:spMkLst>
        </pc:spChg>
        <pc:spChg chg="add mod">
          <ac:chgData name="家凱 張" userId="fb1a83b4d77ab87e" providerId="LiveId" clId="{D509C642-1028-4E88-942B-239734153267}" dt="2023-12-11T05:50:21.537" v="4436" actId="1076"/>
          <ac:spMkLst>
            <pc:docMk/>
            <pc:sldMk cId="48686606" sldId="339"/>
            <ac:spMk id="33" creationId="{70AA8751-0BEA-A116-0AD4-B52128847A68}"/>
          </ac:spMkLst>
        </pc:spChg>
        <pc:grpChg chg="add del mod">
          <ac:chgData name="家凱 張" userId="fb1a83b4d77ab87e" providerId="LiveId" clId="{D509C642-1028-4E88-942B-239734153267}" dt="2023-12-11T05:23:27.091" v="4346"/>
          <ac:grpSpMkLst>
            <pc:docMk/>
            <pc:sldMk cId="48686606" sldId="339"/>
            <ac:grpSpMk id="6" creationId="{9D9EB97B-42A7-688A-7902-D6B84F2F567B}"/>
          </ac:grpSpMkLst>
        </pc:grpChg>
        <pc:grpChg chg="add mod">
          <ac:chgData name="家凱 張" userId="fb1a83b4d77ab87e" providerId="LiveId" clId="{D509C642-1028-4E88-942B-239734153267}" dt="2023-12-11T05:49:22.417" v="4421" actId="14100"/>
          <ac:grpSpMkLst>
            <pc:docMk/>
            <pc:sldMk cId="48686606" sldId="339"/>
            <ac:grpSpMk id="19" creationId="{1FD08B7B-5748-20EB-98FB-72681FF516CC}"/>
          </ac:grpSpMkLst>
        </pc:grpChg>
        <pc:graphicFrameChg chg="add del mod">
          <ac:chgData name="家凱 張" userId="fb1a83b4d77ab87e" providerId="LiveId" clId="{D509C642-1028-4E88-942B-239734153267}" dt="2023-12-11T05:23:27.091" v="4346"/>
          <ac:graphicFrameMkLst>
            <pc:docMk/>
            <pc:sldMk cId="48686606" sldId="339"/>
            <ac:graphicFrameMk id="4" creationId="{2B8C98DF-E7A6-3E1A-622B-CE6B5AF7E5CE}"/>
          </ac:graphicFrameMkLst>
        </pc:graphicFrameChg>
        <pc:graphicFrameChg chg="add del mod">
          <ac:chgData name="家凱 張" userId="fb1a83b4d77ab87e" providerId="LiveId" clId="{D509C642-1028-4E88-942B-239734153267}" dt="2023-12-11T05:23:27.091" v="4346"/>
          <ac:graphicFrameMkLst>
            <pc:docMk/>
            <pc:sldMk cId="48686606" sldId="339"/>
            <ac:graphicFrameMk id="5" creationId="{00FA44C8-D28A-4D86-032C-3B79C5A9F6EB}"/>
          </ac:graphicFrameMkLst>
        </pc:graphicFrameChg>
        <pc:graphicFrameChg chg="add mod modGraphic">
          <ac:chgData name="家凱 張" userId="fb1a83b4d77ab87e" providerId="LiveId" clId="{D509C642-1028-4E88-942B-239734153267}" dt="2023-12-11T05:48:34.592" v="4409" actId="14100"/>
          <ac:graphicFrameMkLst>
            <pc:docMk/>
            <pc:sldMk cId="48686606" sldId="339"/>
            <ac:graphicFrameMk id="17" creationId="{101F8916-20A2-70B5-A62A-1E41F1AB3FFF}"/>
          </ac:graphicFrameMkLst>
        </pc:graphicFrameChg>
        <pc:graphicFrameChg chg="add mod modGraphic">
          <ac:chgData name="家凱 張" userId="fb1a83b4d77ab87e" providerId="LiveId" clId="{D509C642-1028-4E88-942B-239734153267}" dt="2023-12-11T05:49:11.709" v="4415" actId="1076"/>
          <ac:graphicFrameMkLst>
            <pc:docMk/>
            <pc:sldMk cId="48686606" sldId="339"/>
            <ac:graphicFrameMk id="18" creationId="{1EA4E027-81F6-BB33-2877-53EDB5F22EFD}"/>
          </ac:graphicFrameMkLst>
        </pc:graphicFrameChg>
      </pc:sldChg>
      <pc:sldChg chg="addSp delSp modSp new mod">
        <pc:chgData name="家凱 張" userId="fb1a83b4d77ab87e" providerId="LiveId" clId="{D509C642-1028-4E88-942B-239734153267}" dt="2023-12-18T13:03:15.579" v="7529" actId="164"/>
        <pc:sldMkLst>
          <pc:docMk/>
          <pc:sldMk cId="1296134609" sldId="340"/>
        </pc:sldMkLst>
        <pc:spChg chg="mod">
          <ac:chgData name="家凱 張" userId="fb1a83b4d77ab87e" providerId="LiveId" clId="{D509C642-1028-4E88-942B-239734153267}" dt="2023-12-12T07:41:25.533" v="4471" actId="20577"/>
          <ac:spMkLst>
            <pc:docMk/>
            <pc:sldMk cId="1296134609" sldId="340"/>
            <ac:spMk id="2" creationId="{FD14E88C-17BB-37A1-143B-F49C43EFF2F4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4" creationId="{161E56C8-D717-8DD4-D93E-A34D838D0FBB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5" creationId="{5855A24D-655F-5D43-450F-24759C8D1838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6" creationId="{E0B327D7-15AC-9EF3-E07E-E507604D3031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7" creationId="{72912C00-8A6D-1756-CFC2-05924FD73D90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9" creationId="{A7838D5A-1AC1-0437-FA7A-62D70BDED3F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1" creationId="{9085FAE7-53A5-DCCA-E74A-BAE02F6B70B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2" creationId="{A58B274E-8CD6-DFA5-D527-F40316E6154E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3" creationId="{94984934-22D0-B318-2D97-3B23D1D2922D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5" creationId="{184B243B-5286-9BC1-D0D2-82C8540C502D}"/>
          </ac:spMkLst>
        </pc:spChg>
        <pc:spChg chg="add del mod">
          <ac:chgData name="家凱 張" userId="fb1a83b4d77ab87e" providerId="LiveId" clId="{D509C642-1028-4E88-942B-239734153267}" dt="2023-12-18T12:45:55.407" v="6798" actId="478"/>
          <ac:spMkLst>
            <pc:docMk/>
            <pc:sldMk cId="1296134609" sldId="340"/>
            <ac:spMk id="16" creationId="{675B06E2-2E9D-A827-86E6-AD2429E72009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7" creationId="{2F7F4BA2-2EF6-AB52-A22E-6509A7D5586C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8" creationId="{A1977EC9-7EFE-37F6-1BD9-845E21F3BFC1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9" creationId="{BE705B1F-174A-33D0-A032-31445C4774A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0" creationId="{9ADB1E33-4FC0-D5C3-3E49-8388A4A66415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1" creationId="{438D96D8-5DA0-13C3-1C0C-126430CE1C0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2" creationId="{3F5449C0-606A-01F1-FED9-47569C5BDEF0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3" creationId="{E87C6CB5-EBE8-F49F-706D-4E143347434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4" creationId="{B3C93C34-5CA3-9B3D-0CAC-C8A19B86955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5" creationId="{BD510233-2001-6121-168C-B5342F75DAA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6" creationId="{15D196DF-2780-0229-D007-F8A1751C79BF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7" creationId="{71317E48-589E-325B-7A86-2E8D2E6FCD6F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8" creationId="{7CBCC4B9-2F04-C7DF-6E8F-B3904476A8C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9" creationId="{FCAF6BDF-7E37-8731-1128-934213DFA64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0" creationId="{2284C600-A779-416E-2750-B0D6046586E9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1" creationId="{6902A3BE-DC48-DEED-CF4A-B1DD976762C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2" creationId="{B142B6F4-08EC-DC4B-21B2-C7C9B5D9B8DE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3" creationId="{0F53C9C9-6956-88A3-6789-BB26BDEF65C5}"/>
          </ac:spMkLst>
        </pc:spChg>
        <pc:grpChg chg="add mod">
          <ac:chgData name="家凱 張" userId="fb1a83b4d77ab87e" providerId="LiveId" clId="{D509C642-1028-4E88-942B-239734153267}" dt="2023-12-18T13:03:15.579" v="7529" actId="164"/>
          <ac:grpSpMkLst>
            <pc:docMk/>
            <pc:sldMk cId="1296134609" sldId="340"/>
            <ac:grpSpMk id="34" creationId="{26AA3CB0-73DF-1AFA-2277-B0D88B541588}"/>
          </ac:grpSpMkLst>
        </pc:grpChg>
        <pc:cxnChg chg="add del mod">
          <ac:chgData name="家凱 張" userId="fb1a83b4d77ab87e" providerId="LiveId" clId="{D509C642-1028-4E88-942B-239734153267}" dt="2023-12-12T07:48:21.664" v="4567" actId="478"/>
          <ac:cxnSpMkLst>
            <pc:docMk/>
            <pc:sldMk cId="1296134609" sldId="340"/>
            <ac:cxnSpMk id="7" creationId="{98D5955E-85EE-CA66-802F-221189F9D071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8" creationId="{2132DFA2-3847-2ABA-1FD9-9BA8DEA43C0D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10" creationId="{F70C2D87-2F3A-A6AB-14C6-E14A7965855A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14" creationId="{FDA1279D-F68E-3478-BC00-8FB316B7D0A3}"/>
          </ac:cxnSpMkLst>
        </pc:cxnChg>
      </pc:sldChg>
      <pc:sldChg chg="modSp add del mod">
        <pc:chgData name="家凱 張" userId="fb1a83b4d77ab87e" providerId="LiveId" clId="{D509C642-1028-4E88-942B-239734153267}" dt="2023-12-18T18:22:20.642" v="7574" actId="47"/>
        <pc:sldMkLst>
          <pc:docMk/>
          <pc:sldMk cId="2015614632" sldId="341"/>
        </pc:sldMkLst>
        <pc:spChg chg="mod">
          <ac:chgData name="家凱 張" userId="fb1a83b4d77ab87e" providerId="LiveId" clId="{D509C642-1028-4E88-942B-239734153267}" dt="2023-12-12T07:42:54.892" v="4487" actId="20577"/>
          <ac:spMkLst>
            <pc:docMk/>
            <pc:sldMk cId="2015614632" sldId="341"/>
            <ac:spMk id="2" creationId="{3DD72888-2B67-742E-B741-2BADB26FD3F7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4" creationId="{53873F43-6ACA-B41C-08E3-F40A3CD8BA2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5" creationId="{2BB29EBA-CCAA-4832-231D-646974CA6242}"/>
          </ac:spMkLst>
        </pc:spChg>
        <pc:spChg chg="mod">
          <ac:chgData name="家凱 張" userId="fb1a83b4d77ab87e" providerId="LiveId" clId="{D509C642-1028-4E88-942B-239734153267}" dt="2023-12-12T07:44:41.114" v="4499" actId="255"/>
          <ac:spMkLst>
            <pc:docMk/>
            <pc:sldMk cId="2015614632" sldId="341"/>
            <ac:spMk id="7" creationId="{75FC4CE8-7AD3-1C27-16A6-D883CE7A94A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6" creationId="{0CC38371-F9BC-5AFF-863A-E03420A62692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7" creationId="{3426451E-2BF6-650C-47F6-63352408DB8F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8" creationId="{B5E8E11A-15DF-2357-1116-CA91C86C4AF1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9" creationId="{2BBF2C3C-0AC9-802C-E5B7-8899C58C0612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0" creationId="{1AC3CAA4-CC9E-3AEA-6832-750882DF9E8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1" creationId="{3F96DBAB-11EB-BC77-A9E1-78FB5D1D4521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2" creationId="{C22C73FD-A44C-9684-6D43-E6E844B066D3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3" creationId="{3B1A77BF-1008-D491-7064-47B471862ED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4" creationId="{C6ED838B-FEA7-44B9-1E9C-5FA629DC03D5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5" creationId="{A1024936-1045-D04E-83F8-5FD2524CFE6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6" creationId="{620FD92C-939F-B269-7041-84D62595506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7" creationId="{998B7001-B58C-6A34-E680-6D07A747681D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8" creationId="{36342EA0-5A9C-5935-B528-995171C5290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20" creationId="{962FD450-590C-2CB6-0E59-6BAEEC6B359F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21" creationId="{7BF1718B-5FAF-16B0-43CF-F1E472BE50FF}"/>
          </ac:spMkLst>
        </pc:spChg>
        <pc:spChg chg="mod">
          <ac:chgData name="家凱 張" userId="fb1a83b4d77ab87e" providerId="LiveId" clId="{D509C642-1028-4E88-942B-239734153267}" dt="2023-12-12T07:45:18.126" v="4506" actId="6549"/>
          <ac:spMkLst>
            <pc:docMk/>
            <pc:sldMk cId="2015614632" sldId="341"/>
            <ac:spMk id="122" creationId="{8B73A0F7-205D-A566-360B-B1AB6F30BBD0}"/>
          </ac:spMkLst>
        </pc:spChg>
        <pc:grpChg chg="mod">
          <ac:chgData name="家凱 張" userId="fb1a83b4d77ab87e" providerId="LiveId" clId="{D509C642-1028-4E88-942B-239734153267}" dt="2023-12-18T18:19:08.975" v="7570" actId="1076"/>
          <ac:grpSpMkLst>
            <pc:docMk/>
            <pc:sldMk cId="2015614632" sldId="341"/>
            <ac:grpSpMk id="145" creationId="{FAD14C4B-A065-B6AA-605C-39F690CA504C}"/>
          </ac:grpSpMkLst>
        </pc:grp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24" creationId="{2256D4C1-3A90-3F97-BAFF-DEDFBD0133A8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28" creationId="{7B4B0B07-F904-6AFC-2FEC-6EAE08E8FF84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32" creationId="{458C4F58-F863-A956-C72B-381C44D57ABB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33" creationId="{95D88B7B-1B6E-E34C-AE04-DBD7D871CFC3}"/>
          </ac:cxnSpMkLst>
        </pc:cxnChg>
      </pc:sldChg>
      <pc:sldChg chg="addSp delSp modSp new mod">
        <pc:chgData name="家凱 張" userId="fb1a83b4d77ab87e" providerId="LiveId" clId="{D509C642-1028-4E88-942B-239734153267}" dt="2023-12-18T05:43:55.369" v="5172" actId="688"/>
        <pc:sldMkLst>
          <pc:docMk/>
          <pc:sldMk cId="1466430538" sldId="342"/>
        </pc:sldMkLst>
        <pc:spChg chg="mod">
          <ac:chgData name="家凱 張" userId="fb1a83b4d77ab87e" providerId="LiveId" clId="{D509C642-1028-4E88-942B-239734153267}" dt="2023-12-18T05:36:11.967" v="5053" actId="20577"/>
          <ac:spMkLst>
            <pc:docMk/>
            <pc:sldMk cId="1466430538" sldId="342"/>
            <ac:spMk id="2" creationId="{7082B4A0-0CDB-2BFF-6E23-1632F015042F}"/>
          </ac:spMkLst>
        </pc:spChg>
        <pc:spChg chg="del">
          <ac:chgData name="家凱 張" userId="fb1a83b4d77ab87e" providerId="LiveId" clId="{D509C642-1028-4E88-942B-239734153267}" dt="2023-12-18T05:36:14.924" v="5054" actId="478"/>
          <ac:spMkLst>
            <pc:docMk/>
            <pc:sldMk cId="1466430538" sldId="342"/>
            <ac:spMk id="3" creationId="{5CB58386-B70F-3023-D31C-CEC63ECFCCA3}"/>
          </ac:spMkLst>
        </pc:spChg>
        <pc:spChg chg="add mod">
          <ac:chgData name="家凱 張" userId="fb1a83b4d77ab87e" providerId="LiveId" clId="{D509C642-1028-4E88-942B-239734153267}" dt="2023-12-18T05:42:30.253" v="5143" actId="1076"/>
          <ac:spMkLst>
            <pc:docMk/>
            <pc:sldMk cId="1466430538" sldId="342"/>
            <ac:spMk id="7" creationId="{D87B458A-0DF5-5FCD-D691-6843A206021C}"/>
          </ac:spMkLst>
        </pc:spChg>
        <pc:spChg chg="add mod">
          <ac:chgData name="家凱 張" userId="fb1a83b4d77ab87e" providerId="LiveId" clId="{D509C642-1028-4E88-942B-239734153267}" dt="2023-12-18T05:43:18.854" v="5167" actId="14100"/>
          <ac:spMkLst>
            <pc:docMk/>
            <pc:sldMk cId="1466430538" sldId="342"/>
            <ac:spMk id="31" creationId="{1BB684D6-026C-89A9-8E05-BA0A8A399EB3}"/>
          </ac:spMkLst>
        </pc:spChg>
        <pc:spChg chg="add mod">
          <ac:chgData name="家凱 張" userId="fb1a83b4d77ab87e" providerId="LiveId" clId="{D509C642-1028-4E88-942B-239734153267}" dt="2023-12-18T05:42:17.497" v="5141" actId="1582"/>
          <ac:spMkLst>
            <pc:docMk/>
            <pc:sldMk cId="1466430538" sldId="342"/>
            <ac:spMk id="32" creationId="{65233911-21ED-3F91-6C35-F07C0205C6F2}"/>
          </ac:spMkLst>
        </pc:spChg>
        <pc:spChg chg="add mod">
          <ac:chgData name="家凱 張" userId="fb1a83b4d77ab87e" providerId="LiveId" clId="{D509C642-1028-4E88-942B-239734153267}" dt="2023-12-18T05:43:55.369" v="5172" actId="688"/>
          <ac:spMkLst>
            <pc:docMk/>
            <pc:sldMk cId="1466430538" sldId="342"/>
            <ac:spMk id="33" creationId="{27075C8B-6D63-DBC3-C5A8-0CAAC6368725}"/>
          </ac:spMkLst>
        </pc:spChg>
        <pc:spChg chg="add mod">
          <ac:chgData name="家凱 張" userId="fb1a83b4d77ab87e" providerId="LiveId" clId="{D509C642-1028-4E88-942B-239734153267}" dt="2023-12-18T05:43:55.369" v="5172" actId="688"/>
          <ac:spMkLst>
            <pc:docMk/>
            <pc:sldMk cId="1466430538" sldId="342"/>
            <ac:spMk id="34" creationId="{BCA6B127-FA07-2810-AEB1-A998336B45FD}"/>
          </ac:spMkLst>
        </pc:spChg>
        <pc:spChg chg="add mod">
          <ac:chgData name="家凱 張" userId="fb1a83b4d77ab87e" providerId="LiveId" clId="{D509C642-1028-4E88-942B-239734153267}" dt="2023-12-18T05:43:31.767" v="5170" actId="1076"/>
          <ac:spMkLst>
            <pc:docMk/>
            <pc:sldMk cId="1466430538" sldId="342"/>
            <ac:spMk id="35" creationId="{76341C2C-382E-7B17-767E-746EAC48C1C7}"/>
          </ac:spMkLst>
        </pc:spChg>
        <pc:picChg chg="add mod">
          <ac:chgData name="家凱 張" userId="fb1a83b4d77ab87e" providerId="LiveId" clId="{D509C642-1028-4E88-942B-239734153267}" dt="2023-12-18T05:42:57.016" v="5162" actId="1076"/>
          <ac:picMkLst>
            <pc:docMk/>
            <pc:sldMk cId="1466430538" sldId="342"/>
            <ac:picMk id="6" creationId="{DFE0325E-6335-0A08-A82B-5AC04F677F9A}"/>
          </ac:picMkLst>
        </pc:picChg>
        <pc:cxnChg chg="add del mod">
          <ac:chgData name="家凱 張" userId="fb1a83b4d77ab87e" providerId="LiveId" clId="{D509C642-1028-4E88-942B-239734153267}" dt="2023-12-18T05:41:41.505" v="5130" actId="478"/>
          <ac:cxnSpMkLst>
            <pc:docMk/>
            <pc:sldMk cId="1466430538" sldId="342"/>
            <ac:cxnSpMk id="9" creationId="{A2319C48-BB22-BB09-5929-E3B3757031B9}"/>
          </ac:cxnSpMkLst>
        </pc:cxnChg>
        <pc:cxnChg chg="add del mod">
          <ac:chgData name="家凱 張" userId="fb1a83b4d77ab87e" providerId="LiveId" clId="{D509C642-1028-4E88-942B-239734153267}" dt="2023-12-18T05:41:44.043" v="5133" actId="478"/>
          <ac:cxnSpMkLst>
            <pc:docMk/>
            <pc:sldMk cId="1466430538" sldId="342"/>
            <ac:cxnSpMk id="12" creationId="{A154FEFB-24B7-759B-A959-5705BEFF6C0F}"/>
          </ac:cxnSpMkLst>
        </pc:cxnChg>
        <pc:cxnChg chg="add del mod">
          <ac:chgData name="家凱 張" userId="fb1a83b4d77ab87e" providerId="LiveId" clId="{D509C642-1028-4E88-942B-239734153267}" dt="2023-12-18T05:41:43.015" v="5132" actId="478"/>
          <ac:cxnSpMkLst>
            <pc:docMk/>
            <pc:sldMk cId="1466430538" sldId="342"/>
            <ac:cxnSpMk id="15" creationId="{3D412FF3-3B9A-FD2B-EF97-B54813E584AF}"/>
          </ac:cxnSpMkLst>
        </pc:cxnChg>
        <pc:cxnChg chg="add del mod">
          <ac:chgData name="家凱 張" userId="fb1a83b4d77ab87e" providerId="LiveId" clId="{D509C642-1028-4E88-942B-239734153267}" dt="2023-12-18T05:41:40.540" v="5129" actId="478"/>
          <ac:cxnSpMkLst>
            <pc:docMk/>
            <pc:sldMk cId="1466430538" sldId="342"/>
            <ac:cxnSpMk id="16" creationId="{E2AB1122-4143-E49C-9885-DA6DCB335928}"/>
          </ac:cxnSpMkLst>
        </pc:cxnChg>
        <pc:cxnChg chg="add del mod">
          <ac:chgData name="家凱 張" userId="fb1a83b4d77ab87e" providerId="LiveId" clId="{D509C642-1028-4E88-942B-239734153267}" dt="2023-12-18T05:41:42.569" v="5131" actId="478"/>
          <ac:cxnSpMkLst>
            <pc:docMk/>
            <pc:sldMk cId="1466430538" sldId="342"/>
            <ac:cxnSpMk id="20" creationId="{F795C61A-1943-7D83-F59F-FF49391AA3B9}"/>
          </ac:cxnSpMkLst>
        </pc:cxnChg>
      </pc:sldChg>
      <pc:sldChg chg="addSp delSp modSp add mod">
        <pc:chgData name="家凱 張" userId="fb1a83b4d77ab87e" providerId="LiveId" clId="{D509C642-1028-4E88-942B-239734153267}" dt="2023-12-18T11:21:55.114" v="6493" actId="22"/>
        <pc:sldMkLst>
          <pc:docMk/>
          <pc:sldMk cId="3387441189" sldId="343"/>
        </pc:sldMkLst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" creationId="{042C72D3-EB82-BFF1-13E8-58790D01DBB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" creationId="{0E8CB0F2-A00C-38FC-9E2C-1BE6107A3A61}"/>
          </ac:spMkLst>
        </pc:spChg>
        <pc:spChg chg="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" creationId="{D87B458A-0DF5-5FCD-D691-6843A206021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" creationId="{5C069478-EF2A-24DB-C63C-03F9B3FA513E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9" creationId="{EC922AA5-8432-7C58-FFE7-2C9D8FC0F53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0" creationId="{A6215902-36EE-4964-E924-ADCD818F4A7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1" creationId="{ACEDC44B-F8B5-9083-7AA1-C6E4C3124A96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2" creationId="{314D3D66-EB8E-D9BA-B7BA-A1EC6CDDAD2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3" creationId="{DE33A4BA-A087-61A1-6E2B-2B0257BEC4C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4" creationId="{698BC86D-7320-339A-A35B-E1AC837A26A0}"/>
          </ac:spMkLst>
        </pc:spChg>
        <pc:spChg chg="add del mod">
          <ac:chgData name="家凱 張" userId="fb1a83b4d77ab87e" providerId="LiveId" clId="{D509C642-1028-4E88-942B-239734153267}" dt="2023-12-18T10:42:39.012" v="5402" actId="478"/>
          <ac:spMkLst>
            <pc:docMk/>
            <pc:sldMk cId="3387441189" sldId="343"/>
            <ac:spMk id="15" creationId="{DF05CBDA-3586-DD4B-DDF1-0826D70EEFA0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6" creationId="{D9F6F5A3-6DE3-5DC2-9860-C78978E137B4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7" creationId="{B925A353-BE7B-418F-1DD5-FA45352EF28D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8" creationId="{030D568A-CB0C-52BE-5221-27FA0D2BBE4D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9" creationId="{945F67ED-D646-0129-DA66-B99F6D2AF01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0" creationId="{A7C5C2AE-E6BF-7E6E-73D7-F02F3EAB4761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1" creationId="{926E73FA-6E49-A839-C9A3-ED2D6546EFD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2" creationId="{807C8599-ACD0-5186-A7EE-EA97B73CE63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3" creationId="{5DCF98FE-C56A-2410-F64C-04C51F70DD10}"/>
          </ac:spMkLst>
        </pc:spChg>
        <pc:spChg chg="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1" creationId="{1BB684D6-026C-89A9-8E05-BA0A8A399EB3}"/>
          </ac:spMkLst>
        </pc:spChg>
        <pc:spChg chg="del">
          <ac:chgData name="家凱 張" userId="fb1a83b4d77ab87e" providerId="LiveId" clId="{D509C642-1028-4E88-942B-239734153267}" dt="2023-12-18T05:44:09.513" v="5180" actId="478"/>
          <ac:spMkLst>
            <pc:docMk/>
            <pc:sldMk cId="3387441189" sldId="343"/>
            <ac:spMk id="32" creationId="{65233911-21ED-3F91-6C35-F07C0205C6F2}"/>
          </ac:spMkLst>
        </pc:spChg>
        <pc:spChg chg="del">
          <ac:chgData name="家凱 張" userId="fb1a83b4d77ab87e" providerId="LiveId" clId="{D509C642-1028-4E88-942B-239734153267}" dt="2023-12-18T05:44:04.144" v="5177" actId="478"/>
          <ac:spMkLst>
            <pc:docMk/>
            <pc:sldMk cId="3387441189" sldId="343"/>
            <ac:spMk id="33" creationId="{27075C8B-6D63-DBC3-C5A8-0CAAC6368725}"/>
          </ac:spMkLst>
        </pc:spChg>
        <pc:spChg chg="del">
          <ac:chgData name="家凱 張" userId="fb1a83b4d77ab87e" providerId="LiveId" clId="{D509C642-1028-4E88-942B-239734153267}" dt="2023-12-18T05:44:04.144" v="5177" actId="478"/>
          <ac:spMkLst>
            <pc:docMk/>
            <pc:sldMk cId="3387441189" sldId="343"/>
            <ac:spMk id="34" creationId="{BCA6B127-FA07-2810-AEB1-A998336B45FD}"/>
          </ac:spMkLst>
        </pc:spChg>
        <pc:spChg chg="mod or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5" creationId="{76341C2C-382E-7B17-767E-746EAC48C1C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4" creationId="{41A53DE0-DA69-F793-4588-D77ED75B594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5" creationId="{5CF590BE-3FCE-5EAC-8D02-40C6EFB8469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6" creationId="{E089DBA9-A629-214B-A194-09BECFA9BE4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7" creationId="{B8E01100-9ED0-BB87-FFD5-E4A2031B3A4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8" creationId="{EFBD835C-D8BF-FF15-4CD9-8AD83DA88E0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9" creationId="{556955CC-25E5-F79C-2342-6945E4C9B461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0" creationId="{731B4D8D-484B-6AB1-CC2A-E20A34E3432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2" creationId="{C243F7F5-BFB8-75B3-35EF-B534720ACEBF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3" creationId="{5B2AD20D-C94F-F4C4-3507-378DD2CE3E1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6" creationId="{AC663D4D-5E63-6F6A-C16A-C8D9997BF504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7" creationId="{3B56650C-4AAA-985E-E46D-A35CE5F4B64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8" creationId="{738B87FF-FC25-F540-9A31-B5E95067AD7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0" creationId="{FD1425CE-AEEC-BA08-095B-9D95D5F9ED60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1" creationId="{00516D5A-5804-C5DD-73B9-107840DC272A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2" creationId="{949E10D0-6A29-AE97-48C0-E12FFBBCC7EE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3" creationId="{DFC1CE71-C15A-2635-ACDD-14B3845E8D4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4" creationId="{5B1C310F-DB11-15DD-9508-DD6B2768FD5D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5" creationId="{31D4B225-489A-70B0-EC09-69EC426FEC8E}"/>
          </ac:spMkLst>
        </pc:spChg>
        <pc:spChg chg="add mod or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6" creationId="{50398413-366A-4A2B-7A56-1913DBB52530}"/>
          </ac:spMkLst>
        </pc:spChg>
        <pc:spChg chg="add mod or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7" creationId="{E2E0B559-D500-C032-2420-3E0F5826FDB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8" creationId="{4FE9F80E-B567-8378-126A-08097A09C5E9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9" creationId="{D0C6DD69-4CAE-0925-3845-1FD1C21E254E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0" creationId="{1CED747F-3046-050E-C518-4316BDC5D536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1" creationId="{988CC476-B2B7-D1FB-6384-85A45277E0EC}"/>
          </ac:spMkLst>
        </pc:spChg>
        <pc:spChg chg="add del">
          <ac:chgData name="家凱 張" userId="fb1a83b4d77ab87e" providerId="LiveId" clId="{D509C642-1028-4E88-942B-239734153267}" dt="2023-12-18T11:21:55.114" v="6493" actId="22"/>
          <ac:spMkLst>
            <pc:docMk/>
            <pc:sldMk cId="3387441189" sldId="343"/>
            <ac:spMk id="84" creationId="{1740665C-56FF-489C-6ACC-65714F56E6B0}"/>
          </ac:spMkLst>
        </pc:spChg>
        <pc:grpChg chg="add del mod">
          <ac:chgData name="家凱 張" userId="fb1a83b4d77ab87e" providerId="LiveId" clId="{D509C642-1028-4E88-942B-239734153267}" dt="2023-12-18T11:05:38.437" v="6036" actId="165"/>
          <ac:grpSpMkLst>
            <pc:docMk/>
            <pc:sldMk cId="3387441189" sldId="343"/>
            <ac:grpSpMk id="69" creationId="{7B63BA6B-0E7B-0BED-7848-3D78F33BDB1B}"/>
          </ac:grpSpMkLst>
        </pc:grpChg>
        <pc:grpChg chg="add mod">
          <ac:chgData name="家凱 張" userId="fb1a83b4d77ab87e" providerId="LiveId" clId="{D509C642-1028-4E88-942B-239734153267}" dt="2023-12-18T11:18:35.049" v="6491" actId="164"/>
          <ac:grpSpMkLst>
            <pc:docMk/>
            <pc:sldMk cId="3387441189" sldId="343"/>
            <ac:grpSpMk id="82" creationId="{AE996B60-DD43-AE19-3D2D-1D36D671CF76}"/>
          </ac:grpSpMkLst>
        </pc:grpChg>
        <pc:picChg chg="mod">
          <ac:chgData name="家凱 張" userId="fb1a83b4d77ab87e" providerId="LiveId" clId="{D509C642-1028-4E88-942B-239734153267}" dt="2023-12-18T11:02:48.207" v="6032" actId="1076"/>
          <ac:picMkLst>
            <pc:docMk/>
            <pc:sldMk cId="3387441189" sldId="343"/>
            <ac:picMk id="6" creationId="{DFE0325E-6335-0A08-A82B-5AC04F677F9A}"/>
          </ac:picMkLst>
        </pc:pic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5" creationId="{8F8DAC18-73EE-D623-832E-7E2B50A3F1FA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7" creationId="{7FF231A3-2151-14F2-BC2E-2DAC91948227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9" creationId="{CC9E3704-6C3E-A3A9-AEC9-CA0C4500FEBD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30" creationId="{F4A418A4-2CFA-610D-4054-D1471465D112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37" creationId="{034F2220-FDF9-9233-EF79-F7C18F8BA1D0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0" creationId="{0371BFE4-E179-6DD5-8A4B-875D2AE319B0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1" creationId="{9DC63FCC-E9BE-9A7C-D7AA-354142F49971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2" creationId="{B2B6CAE1-7348-E086-7616-ED3C83ADA2C6}"/>
          </ac:cxnSpMkLst>
        </pc:cxnChg>
        <pc:cxnChg chg="add mod">
          <ac:chgData name="家凱 張" userId="fb1a83b4d77ab87e" providerId="LiveId" clId="{D509C642-1028-4E88-942B-239734153267}" dt="2023-12-18T10:48:40.055" v="5625" actId="571"/>
          <ac:cxnSpMkLst>
            <pc:docMk/>
            <pc:sldMk cId="3387441189" sldId="343"/>
            <ac:cxnSpMk id="44" creationId="{3206DA05-563C-D60B-A895-DD957880E179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5" creationId="{0B1AE180-B4AB-4EE2-9868-C7269F680AA3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8" creationId="{B73ADC34-E9E1-47DD-0645-A5C31DF1540A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51" creationId="{759A7D2C-837C-27D1-6E29-F4FEE860CBAF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53" creationId="{D08BA04B-BDD7-9636-AEDF-D93734E1ABF9}"/>
          </ac:cxnSpMkLst>
        </pc:cxnChg>
      </pc:sldChg>
      <pc:sldChg chg="addSp delSp modSp add mod">
        <pc:chgData name="家凱 張" userId="fb1a83b4d77ab87e" providerId="LiveId" clId="{D509C642-1028-4E88-942B-239734153267}" dt="2023-12-18T13:31:35.358" v="7569" actId="164"/>
        <pc:sldMkLst>
          <pc:docMk/>
          <pc:sldMk cId="2741766807" sldId="344"/>
        </pc:sldMkLst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" creationId="{042C72D3-EB82-BFF1-13E8-58790D01DBB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" creationId="{0E8CB0F2-A00C-38FC-9E2C-1BE6107A3A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" creationId="{D87B458A-0DF5-5FCD-D691-6843A206021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" creationId="{5C069478-EF2A-24DB-C63C-03F9B3FA513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9" creationId="{EC922AA5-8432-7C58-FFE7-2C9D8FC0F537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0" creationId="{A6215902-36EE-4964-E924-ADCD818F4A7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1" creationId="{ACEDC44B-F8B5-9083-7AA1-C6E4C3124A96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2" creationId="{314D3D66-EB8E-D9BA-B7BA-A1EC6CDDAD2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3" creationId="{DE33A4BA-A087-61A1-6E2B-2B0257BEC4C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4" creationId="{698BC86D-7320-339A-A35B-E1AC837A26A0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5" creationId="{A4A8E0B9-E910-2F72-45F3-8582F465AB9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6" creationId="{D9F6F5A3-6DE3-5DC2-9860-C78978E137B4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7" creationId="{B925A353-BE7B-418F-1DD5-FA45352EF28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8" creationId="{030D568A-CB0C-52BE-5221-27FA0D2BBE4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9" creationId="{945F67ED-D646-0129-DA66-B99F6D2AF01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0" creationId="{A7C5C2AE-E6BF-7E6E-73D7-F02F3EAB47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1" creationId="{926E73FA-6E49-A839-C9A3-ED2D6546EFD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2" creationId="{807C8599-ACD0-5186-A7EE-EA97B73CE63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3" creationId="{5DCF98FE-C56A-2410-F64C-04C51F70DD10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4" creationId="{516DCA83-B8A8-37E6-7E0C-7604D90734BA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6" creationId="{6A04F87C-CF2B-B972-E159-54030D42D52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1" creationId="{1BB684D6-026C-89A9-8E05-BA0A8A399EB3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4" creationId="{83268F7B-E0FC-F323-2D04-40B3CEF6225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5" creationId="{76341C2C-382E-7B17-767E-746EAC48C1C7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6" creationId="{1C5EFDA4-2723-BDDC-89A7-A1C9594AB28E}"/>
          </ac:spMkLst>
        </pc:spChg>
        <pc:spChg chg="add mod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9" creationId="{50300E2A-3553-01F4-4160-F051A1FBE460}"/>
          </ac:spMkLst>
        </pc:spChg>
        <pc:spChg chg="add mod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43" creationId="{A82D2FEF-A69D-0DB2-92A4-A400F3E8A3A3}"/>
          </ac:spMkLst>
        </pc:spChg>
        <pc:spChg chg="mod or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4" creationId="{41A53DE0-DA69-F793-4588-D77ED75B5947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5" creationId="{5CF590BE-3FCE-5EAC-8D02-40C6EFB8469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6" creationId="{E089DBA9-A629-214B-A194-09BECFA9BE4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7" creationId="{B8E01100-9ED0-BB87-FFD5-E4A2031B3A4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8" creationId="{EFBD835C-D8BF-FF15-4CD9-8AD83DA88E0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9" creationId="{556955CC-25E5-F79C-2342-6945E4C9B4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0" creationId="{731B4D8D-484B-6AB1-CC2A-E20A34E3432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2" creationId="{C243F7F5-BFB8-75B3-35EF-B534720ACEBF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3" creationId="{5B2AD20D-C94F-F4C4-3507-378DD2CE3E1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6" creationId="{AC663D4D-5E63-6F6A-C16A-C8D9997BF504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7" creationId="{3B56650C-4AAA-985E-E46D-A35CE5F4B64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8" creationId="{738B87FF-FC25-F540-9A31-B5E95067AD7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0" creationId="{FD1425CE-AEEC-BA08-095B-9D95D5F9ED60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1" creationId="{00516D5A-5804-C5DD-73B9-107840DC272A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2" creationId="{949E10D0-6A29-AE97-48C0-E12FFBBCC7E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3" creationId="{DFC1CE71-C15A-2635-ACDD-14B3845E8D4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4" creationId="{5B1C310F-DB11-15DD-9508-DD6B2768FD5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5" creationId="{31D4B225-489A-70B0-EC09-69EC426FEC8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6" creationId="{50398413-366A-4A2B-7A56-1913DBB52530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7" creationId="{E2E0B559-D500-C032-2420-3E0F5826FDB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8" creationId="{4FE9F80E-B567-8378-126A-08097A09C5E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9" creationId="{D0C6DD69-4CAE-0925-3845-1FD1C21E254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0" creationId="{1CED747F-3046-050E-C518-4316BDC5D536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1" creationId="{988CC476-B2B7-D1FB-6384-85A45277E0EC}"/>
          </ac:spMkLst>
        </pc:spChg>
        <pc:grpChg chg="add del mod">
          <ac:chgData name="家凱 張" userId="fb1a83b4d77ab87e" providerId="LiveId" clId="{D509C642-1028-4E88-942B-239734153267}" dt="2023-12-18T11:45:56.799" v="6539" actId="165"/>
          <ac:grpSpMkLst>
            <pc:docMk/>
            <pc:sldMk cId="2741766807" sldId="344"/>
            <ac:grpSpMk id="33" creationId="{28119123-8206-81CD-1131-1FB428D9CC3B}"/>
          </ac:grpSpMkLst>
        </pc:grpChg>
        <pc:grpChg chg="add del mod">
          <ac:chgData name="家凱 張" userId="fb1a83b4d77ab87e" providerId="LiveId" clId="{D509C642-1028-4E88-942B-239734153267}" dt="2023-12-18T13:30:04.624" v="7530" actId="165"/>
          <ac:grpSpMkLst>
            <pc:docMk/>
            <pc:sldMk cId="2741766807" sldId="344"/>
            <ac:grpSpMk id="38" creationId="{457A3B9B-F7AC-6D20-F543-8C8BD131F1B6}"/>
          </ac:grpSpMkLst>
        </pc:grpChg>
        <pc:grpChg chg="add mod">
          <ac:chgData name="家凱 張" userId="fb1a83b4d77ab87e" providerId="LiveId" clId="{D509C642-1028-4E88-942B-239734153267}" dt="2023-12-18T13:31:35.358" v="7569" actId="164"/>
          <ac:grpSpMkLst>
            <pc:docMk/>
            <pc:sldMk cId="2741766807" sldId="344"/>
            <ac:grpSpMk id="44" creationId="{B471BA28-AC9C-D152-F271-65834C061519}"/>
          </ac:grpSpMkLst>
        </pc:grpChg>
        <pc:grpChg chg="del">
          <ac:chgData name="家凱 張" userId="fb1a83b4d77ab87e" providerId="LiveId" clId="{D509C642-1028-4E88-942B-239734153267}" dt="2023-12-18T11:40:15.522" v="6532" actId="165"/>
          <ac:grpSpMkLst>
            <pc:docMk/>
            <pc:sldMk cId="2741766807" sldId="344"/>
            <ac:grpSpMk id="82" creationId="{AE996B60-DD43-AE19-3D2D-1D36D671CF76}"/>
          </ac:grpSpMkLst>
        </pc:grpChg>
        <pc:picChg chg="del">
          <ac:chgData name="家凱 張" userId="fb1a83b4d77ab87e" providerId="LiveId" clId="{D509C642-1028-4E88-942B-239734153267}" dt="2023-12-18T11:31:42.849" v="6495" actId="478"/>
          <ac:picMkLst>
            <pc:docMk/>
            <pc:sldMk cId="2741766807" sldId="344"/>
            <ac:picMk id="6" creationId="{DFE0325E-6335-0A08-A82B-5AC04F677F9A}"/>
          </ac:picMkLst>
        </pc:picChg>
        <pc:picChg chg="add mod topLvl">
          <ac:chgData name="家凱 張" userId="fb1a83b4d77ab87e" providerId="LiveId" clId="{D509C642-1028-4E88-942B-239734153267}" dt="2023-12-18T13:31:35.358" v="7569" actId="164"/>
          <ac:picMkLst>
            <pc:docMk/>
            <pc:sldMk cId="2741766807" sldId="344"/>
            <ac:picMk id="32" creationId="{18162B68-36FD-0EE2-5A38-F10794D0F770}"/>
          </ac:picMkLst>
        </pc:pic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5" creationId="{8F8DAC18-73EE-D623-832E-7E2B50A3F1FA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7" creationId="{7FF231A3-2151-14F2-BC2E-2DAC91948227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9" creationId="{CC9E3704-6C3E-A3A9-AEC9-CA0C4500FEBD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30" creationId="{F4A418A4-2CFA-610D-4054-D1471465D112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37" creationId="{034F2220-FDF9-9233-EF79-F7C18F8BA1D0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0" creationId="{0371BFE4-E179-6DD5-8A4B-875D2AE319B0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1" creationId="{9DC63FCC-E9BE-9A7C-D7AA-354142F49971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2" creationId="{B2B6CAE1-7348-E086-7616-ED3C83ADA2C6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5" creationId="{0B1AE180-B4AB-4EE2-9868-C7269F680AA3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8" creationId="{B73ADC34-E9E1-47DD-0645-A5C31DF1540A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51" creationId="{759A7D2C-837C-27D1-6E29-F4FEE860CBAF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53" creationId="{D08BA04B-BDD7-9636-AEDF-D93734E1ABF9}"/>
          </ac:cxnSpMkLst>
        </pc:cxnChg>
      </pc:sldChg>
      <pc:sldChg chg="addSp delSp modSp add mod">
        <pc:chgData name="家凱 張" userId="fb1a83b4d77ab87e" providerId="LiveId" clId="{D509C642-1028-4E88-942B-239734153267}" dt="2023-12-18T12:42:37.784" v="6741" actId="164"/>
        <pc:sldMkLst>
          <pc:docMk/>
          <pc:sldMk cId="2763125595" sldId="345"/>
        </pc:sldMkLst>
        <pc:spChg chg="mod">
          <ac:chgData name="家凱 張" userId="fb1a83b4d77ab87e" providerId="LiveId" clId="{D509C642-1028-4E88-942B-239734153267}" dt="2023-12-18T12:20:39.031" v="6725" actId="1076"/>
          <ac:spMkLst>
            <pc:docMk/>
            <pc:sldMk cId="2763125595" sldId="345"/>
            <ac:spMk id="2" creationId="{FA01E3DB-8A5B-DF63-3868-75322EFB4E03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5" creationId="{B5D66E3A-BA08-C882-265D-49D2A99511DD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6" creationId="{6AF225B9-C4F3-3885-DD54-3BA6E595EDD4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7" creationId="{2B79C6A0-6F68-AC47-64C6-3F84CCCD41FD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9" creationId="{0DF1E7A0-BDC1-B838-A97B-A2442AF14B7F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" creationId="{A7C96DF2-6E9D-1887-CBBD-B152E83D0035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31" creationId="{86DF97F5-2ED4-8C69-DA11-D732837E237C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33" creationId="{9835F4FE-DB6E-B920-99C3-178D9C6D04C7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38" creationId="{41734DB1-FB33-3347-5FED-6BEBA682596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39" creationId="{02AC8B1A-4D06-B21D-EEB9-068DFEB260B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0" creationId="{297CEF6B-FFEB-1043-8672-8FFA576B9AF5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1" creationId="{75C35FBD-44A3-1C63-87A5-1231EE10CC6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2" creationId="{45584367-53DE-3DC1-F36B-9BA510C80711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3" creationId="{A7DAED81-8F5A-E381-6788-8419E3EB23CE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4" creationId="{7753C1C6-4BFF-D9FE-DFE1-3FF39C742B7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5" creationId="{19D1F4B7-1E6B-DF1A-D331-EB706D96ECE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6" creationId="{B69653C0-2934-B768-C1A9-6B3A9AC3C4B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7" creationId="{23FFE30E-4015-77FA-184E-55CD76B9BFB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8" creationId="{529EC6C4-6ADA-74E0-1EB8-C7FAEE7BAC98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9" creationId="{C512A6B4-AD97-949D-788B-663905542F5D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0" creationId="{93F273DD-3F19-706B-6543-FB782C5B6CC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1" creationId="{5DDF302F-6FD2-1ACD-2D72-B7D8BF6F8774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2" creationId="{D35E4332-2AB1-D83F-4D0A-AE33A4A8C67D}"/>
          </ac:spMkLst>
        </pc:spChg>
        <pc:spChg chg="mod">
          <ac:chgData name="家凱 張" userId="fb1a83b4d77ab87e" providerId="LiveId" clId="{D509C642-1028-4E88-942B-239734153267}" dt="2023-12-18T12:18:14.891" v="6626" actId="1076"/>
          <ac:spMkLst>
            <pc:docMk/>
            <pc:sldMk cId="2763125595" sldId="345"/>
            <ac:spMk id="53" creationId="{440CCF51-C891-05BA-6ACE-9DA09D45929C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4" creationId="{CDDFFA38-2FBF-9233-10A8-DBEF794709B8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5" creationId="{489761D1-FE27-00B7-AAF8-6B3E05419A3E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6" creationId="{9AB43221-896A-6655-2DA4-C48D2EF664DA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57" creationId="{3C002545-B688-1EE5-AB6E-E6CC5A60311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58" creationId="{A7A8DFD9-23E9-815A-2668-36BCD1788F47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1" creationId="{8B6D2068-2515-FB93-549C-EA730D7DF054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2" creationId="{BDA7B1FE-A92C-C9F7-CDA3-4AB079DD260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3" creationId="{B51E93BF-A3AC-80B0-6799-09E4E425099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4" creationId="{19F50EC8-FE52-8467-3EAE-63C9A6AD5B4F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5" creationId="{3AC52C69-FA67-9D30-A96B-A5156415DB98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6" creationId="{3AE9250B-35AB-9C13-1C6D-72CC1313D6C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7" creationId="{8B2B1FCA-0BB5-1BF3-16F3-5150E9ADEC81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8" creationId="{60D574F1-2AF9-29FF-35A7-F2882F878B5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9" creationId="{4A48E92E-83DC-94E3-AD75-B75C0AAF6C0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80" creationId="{A6995116-D65A-4833-26FC-171F315FB67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81" creationId="{A265F887-4223-410A-A628-19E329A768FB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2" creationId="{6CFB27AD-41C9-C664-0720-DC05784F554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3" creationId="{5EFA47E6-45EA-71F3-C674-29BC597A21A8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4" creationId="{D6F14150-08A5-2CD8-6C7E-A6995A9D4DD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5" creationId="{A8582E5F-3E7E-6401-5866-C8493E477934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6" creationId="{0266C090-28AA-11BC-3D74-B81D997D25EA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7" creationId="{CEB31814-4261-D5C1-12D0-436FAA89FFD0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8" creationId="{23906968-CD84-61B3-63CD-BE63232269F0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9" creationId="{13FE0F32-6639-16AA-8CCE-331159EEA71B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0" creationId="{875E05BA-2859-8B18-5D6A-67298405ACB7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1" creationId="{2A1E6D29-AAF0-1BE7-615D-98C017031EBD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2" creationId="{B2CDFBAA-0B63-C3BA-64DD-5A27CB587AF1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3" creationId="{4DB14D11-FA4C-09A2-004C-A9E27EFF700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4" creationId="{38CCE0B1-BB91-0FA9-1AB2-061DB18656B3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5" creationId="{7D85CAA5-8533-69E6-E79B-C4560AADD84E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6" creationId="{8C34C769-FD04-B270-A914-CD7569D08F04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8" creationId="{A5AAA57E-341C-1CA2-8188-8D13A47A32F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9" creationId="{333EEBED-EBA9-8AE8-5136-20E33752841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100" creationId="{31535F31-4DA4-3D47-6E73-B1AFC83C7C0F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8" creationId="{99101590-CFD3-7C27-ED6F-CCF4FFE01047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9" creationId="{EE8A4703-596D-83FC-240A-C53E75F0E567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26" creationId="{397CF29A-6075-BE41-D2FB-4F6F1A902DC3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27" creationId="{ED842F86-957D-763C-E27E-D8DA97FFDAC8}"/>
          </ac:spMkLst>
        </pc:spChg>
        <pc:grpChg chg="add del mod">
          <ac:chgData name="家凱 張" userId="fb1a83b4d77ab87e" providerId="LiveId" clId="{D509C642-1028-4E88-942B-239734153267}" dt="2023-12-18T12:17:14.540" v="6602" actId="165"/>
          <ac:grpSpMkLst>
            <pc:docMk/>
            <pc:sldMk cId="2763125595" sldId="345"/>
            <ac:grpSpMk id="36" creationId="{5032ABDA-4C8F-7526-A525-1343B53C200F}"/>
          </ac:grpSpMkLst>
        </pc:grpChg>
        <pc:grpChg chg="add del mod">
          <ac:chgData name="家凱 張" userId="fb1a83b4d77ab87e" providerId="LiveId" clId="{D509C642-1028-4E88-942B-239734153267}" dt="2023-12-18T12:21:05.220" v="6729" actId="478"/>
          <ac:grpSpMkLst>
            <pc:docMk/>
            <pc:sldMk cId="2763125595" sldId="345"/>
            <ac:grpSpMk id="101" creationId="{5EC79D44-9C35-65E5-20C1-99BD988902F1}"/>
          </ac:grpSpMkLst>
        </pc:grpChg>
        <pc:grpChg chg="add mod">
          <ac:chgData name="家凱 張" userId="fb1a83b4d77ab87e" providerId="LiveId" clId="{D509C642-1028-4E88-942B-239734153267}" dt="2023-12-18T12:42:37.784" v="6741" actId="164"/>
          <ac:grpSpMkLst>
            <pc:docMk/>
            <pc:sldMk cId="2763125595" sldId="345"/>
            <ac:grpSpMk id="128" creationId="{5F2EFA39-E7F6-A614-2C7C-DD1B3F407EC4}"/>
          </ac:grpSpMkLst>
        </pc:grpChg>
        <pc:picChg chg="mod topLvl">
          <ac:chgData name="家凱 張" userId="fb1a83b4d77ab87e" providerId="LiveId" clId="{D509C642-1028-4E88-942B-239734153267}" dt="2023-12-18T12:17:36.323" v="6604" actId="164"/>
          <ac:picMkLst>
            <pc:docMk/>
            <pc:sldMk cId="2763125595" sldId="345"/>
            <ac:picMk id="97" creationId="{6DAB8306-60D6-AA0A-23C2-19E4AE815CE9}"/>
          </ac:picMkLst>
        </pc:pic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2" creationId="{77674CDA-FE60-0EAB-B2C0-E181345710F9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3" creationId="{7FBBA793-50E2-3E04-A48D-62356A34C46B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4" creationId="{C2FD2405-69B0-F68F-F234-2C82062DA16E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0" creationId="{6505A3F3-1911-B157-FD4A-24CD778F06D2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3" creationId="{1290B1D9-1D7B-CF31-A572-BA86BB3E6515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4" creationId="{2566C3B9-5CA9-FA33-6F30-1EBBE322E9F3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34" creationId="{717E8187-8174-0E84-1549-B076CB5A3574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37" creationId="{5A57569A-06D1-7C23-39DD-BC02FFFF0CFB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59" creationId="{259A4046-14CD-CD2F-2AB7-D8622E71F16C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0" creationId="{161AEDB7-2AA5-CECB-186A-AE6BEF0D3ED3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1" creationId="{E6D8A30E-41B8-38C2-9688-CF76EC6F9BC7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2" creationId="{0C7A316C-879B-7D3C-9604-7083303319BE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3" creationId="{B5E77600-DE35-E4E8-228E-A2FC6594D850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4" creationId="{AC718C4F-D279-6366-296A-D286B8DBF1E1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5" creationId="{7A873E80-D7A9-6EE9-A70C-969EE09D1332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6" creationId="{ECC1E578-F1AC-989E-B461-5898E09B05C6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7" creationId="{84E8758C-5497-F347-1D32-1ADD1C158E2F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8" creationId="{3D83500F-A833-5738-6E1E-99468A7C559B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9" creationId="{B7A6FE1D-8456-CEFF-B8A5-1D625D6FC4AE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70" creationId="{D2E1EF35-577F-C03C-A30D-6A6CD363A52A}"/>
          </ac:cxnSpMkLst>
        </pc:cxnChg>
        <pc:cxnChg chg="add 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13" creationId="{B0A85972-CBD0-AA35-953F-1515C21F97DA}"/>
          </ac:cxnSpMkLst>
        </pc:cxnChg>
        <pc:cxnChg chg="add 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21" creationId="{97B969C8-3C49-EEF8-6BF8-73445E9B78F3}"/>
          </ac:cxnSpMkLst>
        </pc:cxnChg>
      </pc:sldChg>
    </pc:docChg>
  </pc:docChgLst>
  <pc:docChgLst>
    <pc:chgData name="家凱 張" userId="fb1a83b4d77ab87e" providerId="LiveId" clId="{C4965E75-9534-45DE-9802-BE857D6EE589}"/>
    <pc:docChg chg="undo custSel addSld modSld">
      <pc:chgData name="家凱 張" userId="fb1a83b4d77ab87e" providerId="LiveId" clId="{C4965E75-9534-45DE-9802-BE857D6EE589}" dt="2024-03-12T10:45:10.659" v="173"/>
      <pc:docMkLst>
        <pc:docMk/>
      </pc:docMkLst>
      <pc:sldChg chg="modTransition">
        <pc:chgData name="家凱 張" userId="fb1a83b4d77ab87e" providerId="LiveId" clId="{C4965E75-9534-45DE-9802-BE857D6EE589}" dt="2024-03-12T10:45:10.652" v="154"/>
        <pc:sldMkLst>
          <pc:docMk/>
          <pc:sldMk cId="858009255" sldId="323"/>
        </pc:sldMkLst>
      </pc:sldChg>
      <pc:sldChg chg="modTransition">
        <pc:chgData name="家凱 張" userId="fb1a83b4d77ab87e" providerId="LiveId" clId="{C4965E75-9534-45DE-9802-BE857D6EE589}" dt="2024-03-12T10:45:10.654" v="156"/>
        <pc:sldMkLst>
          <pc:docMk/>
          <pc:sldMk cId="1279382185" sldId="328"/>
        </pc:sldMkLst>
      </pc:sldChg>
      <pc:sldChg chg="modTransition">
        <pc:chgData name="家凱 張" userId="fb1a83b4d77ab87e" providerId="LiveId" clId="{C4965E75-9534-45DE-9802-BE857D6EE589}" dt="2024-03-12T10:45:10.654" v="159"/>
        <pc:sldMkLst>
          <pc:docMk/>
          <pc:sldMk cId="710223536" sldId="332"/>
        </pc:sldMkLst>
      </pc:sldChg>
      <pc:sldChg chg="modTransition">
        <pc:chgData name="家凱 張" userId="fb1a83b4d77ab87e" providerId="LiveId" clId="{C4965E75-9534-45DE-9802-BE857D6EE589}" dt="2024-03-12T10:45:10.655" v="160"/>
        <pc:sldMkLst>
          <pc:docMk/>
          <pc:sldMk cId="533086020" sldId="334"/>
        </pc:sldMkLst>
      </pc:sldChg>
      <pc:sldChg chg="modTransition">
        <pc:chgData name="家凱 張" userId="fb1a83b4d77ab87e" providerId="LiveId" clId="{C4965E75-9534-45DE-9802-BE857D6EE589}" dt="2024-03-12T10:45:10.655" v="161"/>
        <pc:sldMkLst>
          <pc:docMk/>
          <pc:sldMk cId="1736784790" sldId="335"/>
        </pc:sldMkLst>
      </pc:sldChg>
      <pc:sldChg chg="modTransition">
        <pc:chgData name="家凱 張" userId="fb1a83b4d77ab87e" providerId="LiveId" clId="{C4965E75-9534-45DE-9802-BE857D6EE589}" dt="2024-03-12T10:45:10.655" v="162"/>
        <pc:sldMkLst>
          <pc:docMk/>
          <pc:sldMk cId="1371335747" sldId="336"/>
        </pc:sldMkLst>
      </pc:sldChg>
      <pc:sldChg chg="modTransition">
        <pc:chgData name="家凱 張" userId="fb1a83b4d77ab87e" providerId="LiveId" clId="{C4965E75-9534-45DE-9802-BE857D6EE589}" dt="2024-03-12T10:45:10.656" v="163"/>
        <pc:sldMkLst>
          <pc:docMk/>
          <pc:sldMk cId="905034616" sldId="337"/>
        </pc:sldMkLst>
      </pc:sldChg>
      <pc:sldChg chg="modTransition">
        <pc:chgData name="家凱 張" userId="fb1a83b4d77ab87e" providerId="LiveId" clId="{C4965E75-9534-45DE-9802-BE857D6EE589}" dt="2024-03-12T10:45:10.656" v="164"/>
        <pc:sldMkLst>
          <pc:docMk/>
          <pc:sldMk cId="2153526450" sldId="338"/>
        </pc:sldMkLst>
      </pc:sldChg>
      <pc:sldChg chg="modTransition">
        <pc:chgData name="家凱 張" userId="fb1a83b4d77ab87e" providerId="LiveId" clId="{C4965E75-9534-45DE-9802-BE857D6EE589}" dt="2024-03-12T10:45:10.656" v="165"/>
        <pc:sldMkLst>
          <pc:docMk/>
          <pc:sldMk cId="1296134609" sldId="340"/>
        </pc:sldMkLst>
      </pc:sldChg>
      <pc:sldChg chg="modTransition">
        <pc:chgData name="家凱 張" userId="fb1a83b4d77ab87e" providerId="LiveId" clId="{C4965E75-9534-45DE-9802-BE857D6EE589}" dt="2024-03-12T10:45:10.654" v="158"/>
        <pc:sldMkLst>
          <pc:docMk/>
          <pc:sldMk cId="2741766807" sldId="344"/>
        </pc:sldMkLst>
      </pc:sldChg>
      <pc:sldChg chg="modTransition">
        <pc:chgData name="家凱 張" userId="fb1a83b4d77ab87e" providerId="LiveId" clId="{C4965E75-9534-45DE-9802-BE857D6EE589}" dt="2024-03-12T10:45:10.654" v="157"/>
        <pc:sldMkLst>
          <pc:docMk/>
          <pc:sldMk cId="2763125595" sldId="345"/>
        </pc:sldMkLst>
      </pc:sldChg>
      <pc:sldChg chg="modTransition">
        <pc:chgData name="家凱 張" userId="fb1a83b4d77ab87e" providerId="LiveId" clId="{C4965E75-9534-45DE-9802-BE857D6EE589}" dt="2024-03-12T10:45:10.657" v="168"/>
        <pc:sldMkLst>
          <pc:docMk/>
          <pc:sldMk cId="268451569" sldId="486"/>
        </pc:sldMkLst>
      </pc:sldChg>
      <pc:sldChg chg="modTransition">
        <pc:chgData name="家凱 張" userId="fb1a83b4d77ab87e" providerId="LiveId" clId="{C4965E75-9534-45DE-9802-BE857D6EE589}" dt="2024-03-12T10:45:10.657" v="169"/>
        <pc:sldMkLst>
          <pc:docMk/>
          <pc:sldMk cId="784247115" sldId="491"/>
        </pc:sldMkLst>
      </pc:sldChg>
      <pc:sldChg chg="modTransition">
        <pc:chgData name="家凱 張" userId="fb1a83b4d77ab87e" providerId="LiveId" clId="{C4965E75-9534-45DE-9802-BE857D6EE589}" dt="2024-03-12T10:45:10.656" v="166"/>
        <pc:sldMkLst>
          <pc:docMk/>
          <pc:sldMk cId="2719276587" sldId="498"/>
        </pc:sldMkLst>
      </pc:sldChg>
      <pc:sldChg chg="modTransition">
        <pc:chgData name="家凱 張" userId="fb1a83b4d77ab87e" providerId="LiveId" clId="{C4965E75-9534-45DE-9802-BE857D6EE589}" dt="2024-03-12T10:45:10.659" v="171"/>
        <pc:sldMkLst>
          <pc:docMk/>
          <pc:sldMk cId="2250512506" sldId="502"/>
        </pc:sldMkLst>
      </pc:sldChg>
      <pc:sldChg chg="modTransition">
        <pc:chgData name="家凱 張" userId="fb1a83b4d77ab87e" providerId="LiveId" clId="{C4965E75-9534-45DE-9802-BE857D6EE589}" dt="2024-03-12T10:45:10.653" v="155"/>
        <pc:sldMkLst>
          <pc:docMk/>
          <pc:sldMk cId="3626526030" sldId="643"/>
        </pc:sldMkLst>
      </pc:sldChg>
      <pc:sldChg chg="modTransition">
        <pc:chgData name="家凱 張" userId="fb1a83b4d77ab87e" providerId="LiveId" clId="{C4965E75-9534-45DE-9802-BE857D6EE589}" dt="2024-03-12T10:45:10.657" v="167"/>
        <pc:sldMkLst>
          <pc:docMk/>
          <pc:sldMk cId="3998064248" sldId="644"/>
        </pc:sldMkLst>
      </pc:sldChg>
      <pc:sldChg chg="addSp delSp modSp new mod modTransition">
        <pc:chgData name="家凱 張" userId="fb1a83b4d77ab87e" providerId="LiveId" clId="{C4965E75-9534-45DE-9802-BE857D6EE589}" dt="2024-03-12T10:45:10.659" v="173"/>
        <pc:sldMkLst>
          <pc:docMk/>
          <pc:sldMk cId="4217820889" sldId="645"/>
        </pc:sldMkLst>
        <pc:spChg chg="mod">
          <ac:chgData name="家凱 張" userId="fb1a83b4d77ab87e" providerId="LiveId" clId="{C4965E75-9534-45DE-9802-BE857D6EE589}" dt="2024-03-12T10:33:37.779" v="4"/>
          <ac:spMkLst>
            <pc:docMk/>
            <pc:sldMk cId="4217820889" sldId="645"/>
            <ac:spMk id="2" creationId="{AE2A9DF6-CC57-81E6-30FC-B53CD466009F}"/>
          </ac:spMkLst>
        </pc:spChg>
        <pc:spChg chg="del">
          <ac:chgData name="家凱 張" userId="fb1a83b4d77ab87e" providerId="LiveId" clId="{C4965E75-9534-45DE-9802-BE857D6EE589}" dt="2024-03-12T10:33:32.946" v="3" actId="478"/>
          <ac:spMkLst>
            <pc:docMk/>
            <pc:sldMk cId="4217820889" sldId="645"/>
            <ac:spMk id="3" creationId="{474C608D-1405-275A-42E6-E611153752C2}"/>
          </ac:spMkLst>
        </pc:spChg>
        <pc:spChg chg="add del">
          <ac:chgData name="家凱 張" userId="fb1a83b4d77ab87e" providerId="LiveId" clId="{C4965E75-9534-45DE-9802-BE857D6EE589}" dt="2024-03-12T10:33:29.931" v="2" actId="22"/>
          <ac:spMkLst>
            <pc:docMk/>
            <pc:sldMk cId="4217820889" sldId="645"/>
            <ac:spMk id="6" creationId="{00DA3AAD-EEDF-52FE-EB66-C72C4DB7C6F5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7" creationId="{6B3D03E6-5297-8553-48D8-A748D089464C}"/>
          </ac:spMkLst>
        </pc:spChg>
        <pc:spChg chg="add mod">
          <ac:chgData name="家凱 張" userId="fb1a83b4d77ab87e" providerId="LiveId" clId="{C4965E75-9534-45DE-9802-BE857D6EE589}" dt="2024-03-12T10:33:56.071" v="27"/>
          <ac:spMkLst>
            <pc:docMk/>
            <pc:sldMk cId="4217820889" sldId="645"/>
            <ac:spMk id="8" creationId="{C3745F5B-6D67-D6F5-B25F-5183675518A6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3" creationId="{2AC99D85-64C9-FD62-AD1D-47BE460B7D9D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4" creationId="{31D63673-8ECA-7CCD-15F1-6FAEBED47732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7" creationId="{044164FD-01D8-401D-BA1A-89F1C79CBDAF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0" creationId="{CF34D7CE-9114-DAF7-AEB2-DA1128560F1B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1" creationId="{D8DF0F7F-8FA6-DC45-BF2A-F5AE2A82791A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2" creationId="{9F69A621-C866-DE14-E28E-7F8D7F0AB9E4}"/>
          </ac:spMkLst>
        </pc:spChg>
        <pc:spChg chg="add del mod">
          <ac:chgData name="家凱 張" userId="fb1a83b4d77ab87e" providerId="LiveId" clId="{C4965E75-9534-45DE-9802-BE857D6EE589}" dt="2024-03-12T10:39:57.720" v="118" actId="478"/>
          <ac:spMkLst>
            <pc:docMk/>
            <pc:sldMk cId="4217820889" sldId="645"/>
            <ac:spMk id="23" creationId="{0287D139-3B1D-2341-E036-929FEDB6871C}"/>
          </ac:spMkLst>
        </pc:sp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10" creationId="{E429EC52-2A34-24DB-32C9-967643B4A27E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12" creationId="{069BBAE7-A98C-9304-42AF-D4896B63D60C}"/>
          </ac:picMkLst>
        </pc:picChg>
        <pc:picChg chg="add del mod">
          <ac:chgData name="家凱 張" userId="fb1a83b4d77ab87e" providerId="LiveId" clId="{C4965E75-9534-45DE-9802-BE857D6EE589}" dt="2024-03-12T10:43:43.107" v="137" actId="478"/>
          <ac:picMkLst>
            <pc:docMk/>
            <pc:sldMk cId="4217820889" sldId="645"/>
            <ac:picMk id="16" creationId="{D54AA6F0-CF1F-44F1-E7FE-E89BD9BECC5A}"/>
          </ac:picMkLst>
        </pc:picChg>
        <pc:picChg chg="add del mod">
          <ac:chgData name="家凱 張" userId="fb1a83b4d77ab87e" providerId="LiveId" clId="{C4965E75-9534-45DE-9802-BE857D6EE589}" dt="2024-03-12T10:44:08.779" v="145" actId="478"/>
          <ac:picMkLst>
            <pc:docMk/>
            <pc:sldMk cId="4217820889" sldId="645"/>
            <ac:picMk id="19" creationId="{1EF58179-7942-77DE-4930-71D71A6B286C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5" creationId="{6535AA92-764B-35CD-817E-8AA84CEBB6F3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7" creationId="{3625D8FE-388D-F054-285F-7D57B602A7C2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9" creationId="{CAF7DDED-9C4C-D9B5-3252-9FB9428AFBAE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31" creationId="{31E5C903-DE20-CCAA-AE86-13CFE7F2D4F6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33" creationId="{561BBDCD-AB31-5AC8-677C-E7C8664281D4}"/>
          </ac:picMkLst>
        </pc:picChg>
      </pc:sldChg>
    </pc:docChg>
  </pc:docChgLst>
  <pc:docChgLst>
    <pc:chgData name="家凱 張" userId="fb1a83b4d77ab87e" providerId="LiveId" clId="{BBA556B9-A396-4046-A8C9-B45F3B6500E3}"/>
    <pc:docChg chg="modSld">
      <pc:chgData name="家凱 張" userId="fb1a83b4d77ab87e" providerId="LiveId" clId="{BBA556B9-A396-4046-A8C9-B45F3B6500E3}" dt="2024-05-28T07:26:14.934" v="0" actId="729"/>
      <pc:docMkLst>
        <pc:docMk/>
      </pc:docMkLst>
      <pc:sldChg chg="mod modShow">
        <pc:chgData name="家凱 張" userId="fb1a83b4d77ab87e" providerId="LiveId" clId="{BBA556B9-A396-4046-A8C9-B45F3B6500E3}" dt="2024-05-28T07:26:14.934" v="0" actId="729"/>
        <pc:sldMkLst>
          <pc:docMk/>
          <pc:sldMk cId="784247115" sldId="491"/>
        </pc:sldMkLst>
      </pc:sldChg>
    </pc:docChg>
  </pc:docChgLst>
  <pc:docChgLst>
    <pc:chgData name="家凱 張" userId="fb1a83b4d77ab87e" providerId="LiveId" clId="{5F96CA04-AE74-4267-BEA2-1AA6DB967D5A}"/>
    <pc:docChg chg="custSel addSld delSld modSld">
      <pc:chgData name="家凱 張" userId="fb1a83b4d77ab87e" providerId="LiveId" clId="{5F96CA04-AE74-4267-BEA2-1AA6DB967D5A}" dt="2024-05-28T08:49:19.340" v="102" actId="20577"/>
      <pc:docMkLst>
        <pc:docMk/>
      </pc:docMkLst>
      <pc:sldChg chg="del">
        <pc:chgData name="家凱 張" userId="fb1a83b4d77ab87e" providerId="LiveId" clId="{5F96CA04-AE74-4267-BEA2-1AA6DB967D5A}" dt="2024-05-28T08:48:48.305" v="3" actId="47"/>
        <pc:sldMkLst>
          <pc:docMk/>
          <pc:sldMk cId="858009255" sldId="323"/>
        </pc:sldMkLst>
      </pc:sldChg>
      <pc:sldChg chg="addSp delSp modSp new mod modClrScheme chgLayout">
        <pc:chgData name="家凱 張" userId="fb1a83b4d77ab87e" providerId="LiveId" clId="{5F96CA04-AE74-4267-BEA2-1AA6DB967D5A}" dt="2024-05-28T08:49:19.340" v="102" actId="20577"/>
        <pc:sldMkLst>
          <pc:docMk/>
          <pc:sldMk cId="819515855" sldId="324"/>
        </pc:sldMkLst>
        <pc:spChg chg="del 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2" creationId="{8492E8AF-D543-C948-18BD-3CED54529240}"/>
          </ac:spMkLst>
        </pc:spChg>
        <pc:spChg chg="del 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3" creationId="{7A01EB6A-957C-E313-80F2-0FAC619B614C}"/>
          </ac:spMkLst>
        </pc:spChg>
        <pc:spChg chg="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4" creationId="{E7130F8C-1A49-0311-C584-FD6BF96D0C01}"/>
          </ac:spMkLst>
        </pc:spChg>
        <pc:spChg chg="add mod ord">
          <ac:chgData name="家凱 張" userId="fb1a83b4d77ab87e" providerId="LiveId" clId="{5F96CA04-AE74-4267-BEA2-1AA6DB967D5A}" dt="2024-05-28T08:49:01.688" v="38" actId="20577"/>
          <ac:spMkLst>
            <pc:docMk/>
            <pc:sldMk cId="819515855" sldId="324"/>
            <ac:spMk id="5" creationId="{703857E6-CE0C-0673-B55F-3CDCB212C265}"/>
          </ac:spMkLst>
        </pc:spChg>
        <pc:spChg chg="add mod ord">
          <ac:chgData name="家凱 張" userId="fb1a83b4d77ab87e" providerId="LiveId" clId="{5F96CA04-AE74-4267-BEA2-1AA6DB967D5A}" dt="2024-05-28T08:49:19.340" v="102" actId="20577"/>
          <ac:spMkLst>
            <pc:docMk/>
            <pc:sldMk cId="819515855" sldId="324"/>
            <ac:spMk id="6" creationId="{669C01D2-327C-9DCC-C35E-2CCD4DAC2321}"/>
          </ac:spMkLst>
        </pc:spChg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279382185" sldId="32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710223536" sldId="332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533086020" sldId="33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736784790" sldId="33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371335747" sldId="33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905034616" sldId="337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153526450" sldId="33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296134609" sldId="340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41766807" sldId="34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63125595" sldId="34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68451569" sldId="48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784247115" sldId="491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19276587" sldId="49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250512506" sldId="502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3626526030" sldId="643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3998064248" sldId="64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4217820889" sldId="64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681995625" sldId="64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4186869091" sldId="647"/>
        </pc:sldMkLst>
      </pc:sldChg>
    </pc:docChg>
  </pc:docChgLst>
  <pc:docChgLst>
    <pc:chgData name="家凱 張" userId="fb1a83b4d77ab87e" providerId="LiveId" clId="{CE1AB5BB-DAE2-4CD1-80C3-7F8156DF1381}"/>
    <pc:docChg chg="undo custSel addSld delSld modSld">
      <pc:chgData name="家凱 張" userId="fb1a83b4d77ab87e" providerId="LiveId" clId="{CE1AB5BB-DAE2-4CD1-80C3-7F8156DF1381}" dt="2024-02-23T14:59:45.264" v="762" actId="47"/>
      <pc:docMkLst>
        <pc:docMk/>
      </pc:docMkLst>
      <pc:sldChg chg="addSp modSp mod modTransition">
        <pc:chgData name="家凱 張" userId="fb1a83b4d77ab87e" providerId="LiveId" clId="{CE1AB5BB-DAE2-4CD1-80C3-7F8156DF1381}" dt="2024-02-20T11:01:09.618" v="742"/>
        <pc:sldMkLst>
          <pc:docMk/>
          <pc:sldMk cId="858009255" sldId="323"/>
        </pc:sldMkLst>
        <pc:spChg chg="add mod">
          <ac:chgData name="家凱 張" userId="fb1a83b4d77ab87e" providerId="LiveId" clId="{CE1AB5BB-DAE2-4CD1-80C3-7F8156DF1381}" dt="2024-02-20T03:11:08.580" v="145" actId="1076"/>
          <ac:spMkLst>
            <pc:docMk/>
            <pc:sldMk cId="858009255" sldId="323"/>
            <ac:spMk id="2" creationId="{12B13D36-1AC7-58B0-EE35-C3D48336BCCC}"/>
          </ac:spMkLst>
        </pc:spChg>
        <pc:spChg chg="mod">
          <ac:chgData name="家凱 張" userId="fb1a83b4d77ab87e" providerId="LiveId" clId="{CE1AB5BB-DAE2-4CD1-80C3-7F8156DF1381}" dt="2024-02-20T03:10:53.315" v="140" actId="20577"/>
          <ac:spMkLst>
            <pc:docMk/>
            <pc:sldMk cId="858009255" sldId="323"/>
            <ac:spMk id="5" creationId="{F3EF4AB7-5B0F-4EF2-A2A7-08034AF270E4}"/>
          </ac:spMkLst>
        </pc:spChg>
        <pc:spChg chg="mod">
          <ac:chgData name="家凱 張" userId="fb1a83b4d77ab87e" providerId="LiveId" clId="{CE1AB5BB-DAE2-4CD1-80C3-7F8156DF1381}" dt="2024-02-20T03:11:10.469" v="146" actId="1076"/>
          <ac:spMkLst>
            <pc:docMk/>
            <pc:sldMk cId="858009255" sldId="323"/>
            <ac:spMk id="6" creationId="{CD9BA76F-82DE-45D4-8E0E-2F709CC8C653}"/>
          </ac:spMkLst>
        </pc:spChg>
      </pc:sldChg>
      <pc:sldChg chg="del">
        <pc:chgData name="家凱 張" userId="fb1a83b4d77ab87e" providerId="LiveId" clId="{CE1AB5BB-DAE2-4CD1-80C3-7F8156DF1381}" dt="2024-02-20T09:13:30.030" v="457" actId="47"/>
        <pc:sldMkLst>
          <pc:docMk/>
          <pc:sldMk cId="3873409146" sldId="324"/>
        </pc:sldMkLst>
      </pc:sldChg>
      <pc:sldChg chg="del">
        <pc:chgData name="家凱 張" userId="fb1a83b4d77ab87e" providerId="LiveId" clId="{CE1AB5BB-DAE2-4CD1-80C3-7F8156DF1381}" dt="2024-02-20T03:17:05.987" v="383" actId="47"/>
        <pc:sldMkLst>
          <pc:docMk/>
          <pc:sldMk cId="236391632" sldId="325"/>
        </pc:sldMkLst>
      </pc:sldChg>
      <pc:sldChg chg="del">
        <pc:chgData name="家凱 張" userId="fb1a83b4d77ab87e" providerId="LiveId" clId="{CE1AB5BB-DAE2-4CD1-80C3-7F8156DF1381}" dt="2024-02-20T03:17:07.148" v="384" actId="47"/>
        <pc:sldMkLst>
          <pc:docMk/>
          <pc:sldMk cId="141819998" sldId="326"/>
        </pc:sldMkLst>
      </pc:sldChg>
      <pc:sldChg chg="del">
        <pc:chgData name="家凱 張" userId="fb1a83b4d77ab87e" providerId="LiveId" clId="{CE1AB5BB-DAE2-4CD1-80C3-7F8156DF1381}" dt="2024-02-20T03:17:09.472" v="385" actId="47"/>
        <pc:sldMkLst>
          <pc:docMk/>
          <pc:sldMk cId="563561469" sldId="327"/>
        </pc:sldMkLst>
      </pc:sldChg>
      <pc:sldChg chg="modTransition">
        <pc:chgData name="家凱 張" userId="fb1a83b4d77ab87e" providerId="LiveId" clId="{CE1AB5BB-DAE2-4CD1-80C3-7F8156DF1381}" dt="2024-02-20T11:01:09.619" v="744"/>
        <pc:sldMkLst>
          <pc:docMk/>
          <pc:sldMk cId="1279382185" sldId="328"/>
        </pc:sldMkLst>
      </pc:sldChg>
      <pc:sldChg chg="del">
        <pc:chgData name="家凱 張" userId="fb1a83b4d77ab87e" providerId="LiveId" clId="{CE1AB5BB-DAE2-4CD1-80C3-7F8156DF1381}" dt="2024-02-20T03:16:42.470" v="382" actId="47"/>
        <pc:sldMkLst>
          <pc:docMk/>
          <pc:sldMk cId="2614594759" sldId="329"/>
        </pc:sldMkLst>
      </pc:sldChg>
      <pc:sldChg chg="del">
        <pc:chgData name="家凱 張" userId="fb1a83b4d77ab87e" providerId="LiveId" clId="{CE1AB5BB-DAE2-4CD1-80C3-7F8156DF1381}" dt="2024-02-20T03:18:02.736" v="386" actId="47"/>
        <pc:sldMkLst>
          <pc:docMk/>
          <pc:sldMk cId="4266276579" sldId="330"/>
        </pc:sldMkLst>
      </pc:sldChg>
      <pc:sldChg chg="del">
        <pc:chgData name="家凱 張" userId="fb1a83b4d77ab87e" providerId="LiveId" clId="{CE1AB5BB-DAE2-4CD1-80C3-7F8156DF1381}" dt="2024-02-20T03:16:41.335" v="381" actId="47"/>
        <pc:sldMkLst>
          <pc:docMk/>
          <pc:sldMk cId="2395017499" sldId="331"/>
        </pc:sldMkLst>
      </pc:sldChg>
      <pc:sldChg chg="delSp modSp mod modTransition">
        <pc:chgData name="家凱 張" userId="fb1a83b4d77ab87e" providerId="LiveId" clId="{CE1AB5BB-DAE2-4CD1-80C3-7F8156DF1381}" dt="2024-02-20T11:01:09.620" v="747"/>
        <pc:sldMkLst>
          <pc:docMk/>
          <pc:sldMk cId="710223536" sldId="332"/>
        </pc:sldMkLst>
        <pc:spChg chg="mod">
          <ac:chgData name="家凱 張" userId="fb1a83b4d77ab87e" providerId="LiveId" clId="{CE1AB5BB-DAE2-4CD1-80C3-7F8156DF1381}" dt="2024-02-20T03:18:52.337" v="430" actId="20577"/>
          <ac:spMkLst>
            <pc:docMk/>
            <pc:sldMk cId="710223536" sldId="332"/>
            <ac:spMk id="2" creationId="{6511339B-146C-E451-4B01-F41CA9CB1F50}"/>
          </ac:spMkLst>
        </pc:spChg>
        <pc:spChg chg="del">
          <ac:chgData name="家凱 張" userId="fb1a83b4d77ab87e" providerId="LiveId" clId="{CE1AB5BB-DAE2-4CD1-80C3-7F8156DF1381}" dt="2024-02-20T03:18:30.969" v="388" actId="478"/>
          <ac:spMkLst>
            <pc:docMk/>
            <pc:sldMk cId="710223536" sldId="332"/>
            <ac:spMk id="96" creationId="{7FBA1184-1EF7-6212-C725-7BED77ED8BDB}"/>
          </ac:spMkLst>
        </pc:spChg>
        <pc:spChg chg="del">
          <ac:chgData name="家凱 張" userId="fb1a83b4d77ab87e" providerId="LiveId" clId="{CE1AB5BB-DAE2-4CD1-80C3-7F8156DF1381}" dt="2024-02-20T03:18:30.969" v="388" actId="478"/>
          <ac:spMkLst>
            <pc:docMk/>
            <pc:sldMk cId="710223536" sldId="332"/>
            <ac:spMk id="97" creationId="{5F097A24-D590-C711-B394-3B06D984D8AA}"/>
          </ac:spMkLst>
        </pc:spChg>
        <pc:grpChg chg="del">
          <ac:chgData name="家凱 張" userId="fb1a83b4d77ab87e" providerId="LiveId" clId="{CE1AB5BB-DAE2-4CD1-80C3-7F8156DF1381}" dt="2024-02-20T03:18:30.969" v="388" actId="478"/>
          <ac:grpSpMkLst>
            <pc:docMk/>
            <pc:sldMk cId="710223536" sldId="332"/>
            <ac:grpSpMk id="98" creationId="{77F668FC-3F37-6797-C42B-8215AE2F759B}"/>
          </ac:grpSpMkLst>
        </pc:grpChg>
      </pc:sldChg>
      <pc:sldChg chg="modTransition">
        <pc:chgData name="家凱 張" userId="fb1a83b4d77ab87e" providerId="LiveId" clId="{CE1AB5BB-DAE2-4CD1-80C3-7F8156DF1381}" dt="2024-02-20T11:01:09.621" v="748"/>
        <pc:sldMkLst>
          <pc:docMk/>
          <pc:sldMk cId="533086020" sldId="334"/>
        </pc:sldMkLst>
      </pc:sldChg>
      <pc:sldChg chg="addSp modSp mod modTransition">
        <pc:chgData name="家凱 張" userId="fb1a83b4d77ab87e" providerId="LiveId" clId="{CE1AB5BB-DAE2-4CD1-80C3-7F8156DF1381}" dt="2024-02-20T11:01:09.621" v="749"/>
        <pc:sldMkLst>
          <pc:docMk/>
          <pc:sldMk cId="1736784790" sldId="335"/>
        </pc:sldMkLst>
        <pc:spChg chg="add mod">
          <ac:chgData name="家凱 張" userId="fb1a83b4d77ab87e" providerId="LiveId" clId="{CE1AB5BB-DAE2-4CD1-80C3-7F8156DF1381}" dt="2024-02-20T09:12:11.932" v="444" actId="20577"/>
          <ac:spMkLst>
            <pc:docMk/>
            <pc:sldMk cId="1736784790" sldId="335"/>
            <ac:spMk id="5" creationId="{18CF7995-49AB-837C-F1A9-6CBECCDDB78E}"/>
          </ac:spMkLst>
        </pc:spChg>
        <pc:spChg chg="add mod">
          <ac:chgData name="家凱 張" userId="fb1a83b4d77ab87e" providerId="LiveId" clId="{CE1AB5BB-DAE2-4CD1-80C3-7F8156DF1381}" dt="2024-02-20T09:10:10.728" v="437" actId="20577"/>
          <ac:spMkLst>
            <pc:docMk/>
            <pc:sldMk cId="1736784790" sldId="335"/>
            <ac:spMk id="7" creationId="{26E40CBF-89B8-A86C-AF44-317DF86309CB}"/>
          </ac:spMkLst>
        </pc:spChg>
        <pc:spChg chg="add mod">
          <ac:chgData name="家凱 張" userId="fb1a83b4d77ab87e" providerId="LiveId" clId="{CE1AB5BB-DAE2-4CD1-80C3-7F8156DF1381}" dt="2024-02-20T09:10:16.734" v="438" actId="571"/>
          <ac:spMkLst>
            <pc:docMk/>
            <pc:sldMk cId="1736784790" sldId="335"/>
            <ac:spMk id="9" creationId="{8ECBEA75-8F09-75E7-80E7-46080B658717}"/>
          </ac:spMkLst>
        </pc:spChg>
        <pc:spChg chg="add mod">
          <ac:chgData name="家凱 張" userId="fb1a83b4d77ab87e" providerId="LiveId" clId="{CE1AB5BB-DAE2-4CD1-80C3-7F8156DF1381}" dt="2024-02-20T09:12:18.871" v="449" actId="20577"/>
          <ac:spMkLst>
            <pc:docMk/>
            <pc:sldMk cId="1736784790" sldId="335"/>
            <ac:spMk id="11" creationId="{441DF630-A089-C8D7-9A40-9D52745EAB9C}"/>
          </ac:spMkLst>
        </pc:spChg>
        <pc:spChg chg="add mod">
          <ac:chgData name="家凱 張" userId="fb1a83b4d77ab87e" providerId="LiveId" clId="{CE1AB5BB-DAE2-4CD1-80C3-7F8156DF1381}" dt="2024-02-20T09:12:46.188" v="453" actId="20577"/>
          <ac:spMkLst>
            <pc:docMk/>
            <pc:sldMk cId="1736784790" sldId="335"/>
            <ac:spMk id="13" creationId="{D8A09641-058A-B154-72C1-610B65FAEA9C}"/>
          </ac:spMkLst>
        </pc:spChg>
        <pc:spChg chg="add mod">
          <ac:chgData name="家凱 張" userId="fb1a83b4d77ab87e" providerId="LiveId" clId="{CE1AB5BB-DAE2-4CD1-80C3-7F8156DF1381}" dt="2024-02-20T09:13:17.195" v="456" actId="20577"/>
          <ac:spMkLst>
            <pc:docMk/>
            <pc:sldMk cId="1736784790" sldId="335"/>
            <ac:spMk id="19" creationId="{4E7F4B2F-EB00-6EEE-4FD5-09BC1A60A9E6}"/>
          </ac:spMkLst>
        </pc:spChg>
      </pc:sldChg>
      <pc:sldChg chg="modTransition">
        <pc:chgData name="家凱 張" userId="fb1a83b4d77ab87e" providerId="LiveId" clId="{CE1AB5BB-DAE2-4CD1-80C3-7F8156DF1381}" dt="2024-02-20T11:01:09.622" v="750"/>
        <pc:sldMkLst>
          <pc:docMk/>
          <pc:sldMk cId="1371335747" sldId="336"/>
        </pc:sldMkLst>
      </pc:sldChg>
      <pc:sldChg chg="modTransition">
        <pc:chgData name="家凱 張" userId="fb1a83b4d77ab87e" providerId="LiveId" clId="{CE1AB5BB-DAE2-4CD1-80C3-7F8156DF1381}" dt="2024-02-20T11:01:09.622" v="751"/>
        <pc:sldMkLst>
          <pc:docMk/>
          <pc:sldMk cId="905034616" sldId="337"/>
        </pc:sldMkLst>
      </pc:sldChg>
      <pc:sldChg chg="modTransition">
        <pc:chgData name="家凱 張" userId="fb1a83b4d77ab87e" providerId="LiveId" clId="{CE1AB5BB-DAE2-4CD1-80C3-7F8156DF1381}" dt="2024-02-20T11:01:09.625" v="752"/>
        <pc:sldMkLst>
          <pc:docMk/>
          <pc:sldMk cId="2153526450" sldId="338"/>
        </pc:sldMkLst>
      </pc:sldChg>
      <pc:sldChg chg="del">
        <pc:chgData name="家凱 張" userId="fb1a83b4d77ab87e" providerId="LiveId" clId="{CE1AB5BB-DAE2-4CD1-80C3-7F8156DF1381}" dt="2024-02-20T03:18:05.123" v="387" actId="47"/>
        <pc:sldMkLst>
          <pc:docMk/>
          <pc:sldMk cId="48686606" sldId="339"/>
        </pc:sldMkLst>
      </pc:sldChg>
      <pc:sldChg chg="modTransition">
        <pc:chgData name="家凱 張" userId="fb1a83b4d77ab87e" providerId="LiveId" clId="{CE1AB5BB-DAE2-4CD1-80C3-7F8156DF1381}" dt="2024-02-20T11:01:09.626" v="753"/>
        <pc:sldMkLst>
          <pc:docMk/>
          <pc:sldMk cId="1296134609" sldId="340"/>
        </pc:sldMkLst>
      </pc:sldChg>
      <pc:sldChg chg="del">
        <pc:chgData name="家凱 張" userId="fb1a83b4d77ab87e" providerId="LiveId" clId="{CE1AB5BB-DAE2-4CD1-80C3-7F8156DF1381}" dt="2024-02-20T03:16:12.256" v="379" actId="47"/>
        <pc:sldMkLst>
          <pc:docMk/>
          <pc:sldMk cId="1466430538" sldId="342"/>
        </pc:sldMkLst>
      </pc:sldChg>
      <pc:sldChg chg="del">
        <pc:chgData name="家凱 張" userId="fb1a83b4d77ab87e" providerId="LiveId" clId="{CE1AB5BB-DAE2-4CD1-80C3-7F8156DF1381}" dt="2024-02-20T03:16:27.921" v="380" actId="47"/>
        <pc:sldMkLst>
          <pc:docMk/>
          <pc:sldMk cId="3387441189" sldId="343"/>
        </pc:sldMkLst>
      </pc:sldChg>
      <pc:sldChg chg="modTransition">
        <pc:chgData name="家凱 張" userId="fb1a83b4d77ab87e" providerId="LiveId" clId="{CE1AB5BB-DAE2-4CD1-80C3-7F8156DF1381}" dt="2024-02-20T11:01:09.620" v="746"/>
        <pc:sldMkLst>
          <pc:docMk/>
          <pc:sldMk cId="2741766807" sldId="344"/>
        </pc:sldMkLst>
      </pc:sldChg>
      <pc:sldChg chg="modTransition">
        <pc:chgData name="家凱 張" userId="fb1a83b4d77ab87e" providerId="LiveId" clId="{CE1AB5BB-DAE2-4CD1-80C3-7F8156DF1381}" dt="2024-02-20T11:01:09.620" v="745"/>
        <pc:sldMkLst>
          <pc:docMk/>
          <pc:sldMk cId="2763125595" sldId="345"/>
        </pc:sldMkLst>
      </pc:sldChg>
      <pc:sldChg chg="new del">
        <pc:chgData name="家凱 張" userId="fb1a83b4d77ab87e" providerId="LiveId" clId="{CE1AB5BB-DAE2-4CD1-80C3-7F8156DF1381}" dt="2024-02-20T03:11:38.833" v="149" actId="47"/>
        <pc:sldMkLst>
          <pc:docMk/>
          <pc:sldMk cId="2798855414" sldId="346"/>
        </pc:sldMkLst>
      </pc:sldChg>
      <pc:sldChg chg="delSp modSp add mod modTransition">
        <pc:chgData name="家凱 張" userId="fb1a83b4d77ab87e" providerId="LiveId" clId="{CE1AB5BB-DAE2-4CD1-80C3-7F8156DF1381}" dt="2024-02-20T11:01:09.632" v="757"/>
        <pc:sldMkLst>
          <pc:docMk/>
          <pc:sldMk cId="268451569" sldId="486"/>
        </pc:sldMkLst>
        <pc:spChg chg="mod">
          <ac:chgData name="家凱 張" userId="fb1a83b4d77ab87e" providerId="LiveId" clId="{CE1AB5BB-DAE2-4CD1-80C3-7F8156DF1381}" dt="2024-02-20T09:36:46.063" v="474" actId="20577"/>
          <ac:spMkLst>
            <pc:docMk/>
            <pc:sldMk cId="268451569" sldId="486"/>
            <ac:spMk id="3" creationId="{C4F82803-1278-3178-0FC7-D4D8E93BD201}"/>
          </ac:spMkLst>
        </pc:spChg>
        <pc:spChg chg="del">
          <ac:chgData name="家凱 張" userId="fb1a83b4d77ab87e" providerId="LiveId" clId="{CE1AB5BB-DAE2-4CD1-80C3-7F8156DF1381}" dt="2024-02-20T09:36:49.261" v="476" actId="478"/>
          <ac:spMkLst>
            <pc:docMk/>
            <pc:sldMk cId="268451569" sldId="486"/>
            <ac:spMk id="9" creationId="{CB3F38BE-5DAE-1AFD-59F3-CFE83BECD8D4}"/>
          </ac:spMkLst>
        </pc:spChg>
        <pc:picChg chg="mod">
          <ac:chgData name="家凱 張" userId="fb1a83b4d77ab87e" providerId="LiveId" clId="{CE1AB5BB-DAE2-4CD1-80C3-7F8156DF1381}" dt="2024-02-20T09:36:57.784" v="480" actId="1076"/>
          <ac:picMkLst>
            <pc:docMk/>
            <pc:sldMk cId="268451569" sldId="486"/>
            <ac:picMk id="6" creationId="{17D09638-AD3F-4EAE-EF6E-8BB058C8EFC1}"/>
          </ac:picMkLst>
        </pc:picChg>
        <pc:picChg chg="del">
          <ac:chgData name="家凱 張" userId="fb1a83b4d77ab87e" providerId="LiveId" clId="{CE1AB5BB-DAE2-4CD1-80C3-7F8156DF1381}" dt="2024-02-20T09:36:48.642" v="475" actId="478"/>
          <ac:picMkLst>
            <pc:docMk/>
            <pc:sldMk cId="268451569" sldId="486"/>
            <ac:picMk id="8" creationId="{9CE26FD3-3C7D-27C5-5845-A317DF994DA7}"/>
          </ac:picMkLst>
        </pc:picChg>
      </pc:sldChg>
      <pc:sldChg chg="addSp delSp modSp add mod modTransition modShow">
        <pc:chgData name="家凱 張" userId="fb1a83b4d77ab87e" providerId="LiveId" clId="{CE1AB5BB-DAE2-4CD1-80C3-7F8156DF1381}" dt="2024-02-23T14:59:12.002" v="759" actId="729"/>
        <pc:sldMkLst>
          <pc:docMk/>
          <pc:sldMk cId="784247115" sldId="491"/>
        </pc:sldMkLst>
        <pc:spChg chg="mod">
          <ac:chgData name="家凱 張" userId="fb1a83b4d77ab87e" providerId="LiveId" clId="{CE1AB5BB-DAE2-4CD1-80C3-7F8156DF1381}" dt="2024-02-20T09:46:29.622" v="583"/>
          <ac:spMkLst>
            <pc:docMk/>
            <pc:sldMk cId="784247115" sldId="491"/>
            <ac:spMk id="3" creationId="{1C25A72C-3F78-7AE8-10D9-0EAFF5FF9E18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9" creationId="{4607424E-B1B3-0F9C-6B18-DBA8EFDE2ED0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0" creationId="{EB9D303D-0332-2388-DE01-51CA4C94108F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1" creationId="{2C650D4A-6DBB-E42E-FD3F-124A5F57019E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2" creationId="{15441C09-48D4-268F-82C1-4E27912C0F75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3" creationId="{81B5A31E-2590-3DDF-CD1D-22F1353225B1}"/>
          </ac:spMkLst>
        </pc:sp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6" creationId="{2B37D621-B9FE-5BB5-AAA5-0415CE437CE7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8" creationId="{92D260B4-1FDA-D9FF-EEC1-5DF66AE27A11}"/>
          </ac:picMkLst>
        </pc:picChg>
        <pc:picChg chg="del">
          <ac:chgData name="家凱 張" userId="fb1a83b4d77ab87e" providerId="LiveId" clId="{CE1AB5BB-DAE2-4CD1-80C3-7F8156DF1381}" dt="2024-02-20T09:39:52.546" v="486" actId="478"/>
          <ac:picMkLst>
            <pc:docMk/>
            <pc:sldMk cId="784247115" sldId="491"/>
            <ac:picMk id="15" creationId="{67EC2A44-43F5-0931-AEF9-8ED269929A30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16" creationId="{46685E73-0CD3-90E8-4E87-D5341E33A7AB}"/>
          </ac:picMkLst>
        </pc:picChg>
        <pc:picChg chg="del">
          <ac:chgData name="家凱 張" userId="fb1a83b4d77ab87e" providerId="LiveId" clId="{CE1AB5BB-DAE2-4CD1-80C3-7F8156DF1381}" dt="2024-02-20T09:41:53.233" v="534" actId="478"/>
          <ac:picMkLst>
            <pc:docMk/>
            <pc:sldMk cId="784247115" sldId="491"/>
            <ac:picMk id="17" creationId="{A36C2386-CDEC-E314-5C0A-50E595D2B39D}"/>
          </ac:picMkLst>
        </pc:picChg>
        <pc:picChg chg="del mod">
          <ac:chgData name="家凱 張" userId="fb1a83b4d77ab87e" providerId="LiveId" clId="{CE1AB5BB-DAE2-4CD1-80C3-7F8156DF1381}" dt="2024-02-20T09:44:09.506" v="540" actId="478"/>
          <ac:picMkLst>
            <pc:docMk/>
            <pc:sldMk cId="784247115" sldId="491"/>
            <ac:picMk id="19" creationId="{53B56B92-F41A-A519-AE60-EF338F6A0D20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20" creationId="{BFEF4974-B354-8BEF-BBE8-273F4A72665A}"/>
          </ac:picMkLst>
        </pc:picChg>
        <pc:picChg chg="del">
          <ac:chgData name="家凱 張" userId="fb1a83b4d77ab87e" providerId="LiveId" clId="{CE1AB5BB-DAE2-4CD1-80C3-7F8156DF1381}" dt="2024-02-20T09:44:51.508" v="543" actId="478"/>
          <ac:picMkLst>
            <pc:docMk/>
            <pc:sldMk cId="784247115" sldId="491"/>
            <ac:picMk id="21" creationId="{A102E4CF-51D5-C904-BC4E-85B402C48666}"/>
          </ac:picMkLst>
        </pc:picChg>
        <pc:picChg chg="del">
          <ac:chgData name="家凱 張" userId="fb1a83b4d77ab87e" providerId="LiveId" clId="{CE1AB5BB-DAE2-4CD1-80C3-7F8156DF1381}" dt="2024-02-20T09:46:48.052" v="588" actId="478"/>
          <ac:picMkLst>
            <pc:docMk/>
            <pc:sldMk cId="784247115" sldId="491"/>
            <ac:picMk id="23" creationId="{2D4D3113-B2AC-F95D-7A48-BF96F6E58949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24" creationId="{603CF81F-5E43-A6FA-8160-FFA3A729207B}"/>
          </ac:picMkLst>
        </pc:picChg>
      </pc:sldChg>
      <pc:sldChg chg="add modTransition">
        <pc:chgData name="家凱 張" userId="fb1a83b4d77ab87e" providerId="LiveId" clId="{CE1AB5BB-DAE2-4CD1-80C3-7F8156DF1381}" dt="2024-02-20T11:01:09.628" v="754"/>
        <pc:sldMkLst>
          <pc:docMk/>
          <pc:sldMk cId="2719276587" sldId="498"/>
        </pc:sldMkLst>
      </pc:sldChg>
      <pc:sldChg chg="add">
        <pc:chgData name="家凱 張" userId="fb1a83b4d77ab87e" providerId="LiveId" clId="{CE1AB5BB-DAE2-4CD1-80C3-7F8156DF1381}" dt="2024-02-23T14:59:43.754" v="761"/>
        <pc:sldMkLst>
          <pc:docMk/>
          <pc:sldMk cId="2250512506" sldId="502"/>
        </pc:sldMkLst>
      </pc:sldChg>
      <pc:sldChg chg="modSp add mod modTransition">
        <pc:chgData name="家凱 張" userId="fb1a83b4d77ab87e" providerId="LiveId" clId="{CE1AB5BB-DAE2-4CD1-80C3-7F8156DF1381}" dt="2024-02-20T11:01:09.619" v="743"/>
        <pc:sldMkLst>
          <pc:docMk/>
          <pc:sldMk cId="3626526030" sldId="643"/>
        </pc:sldMkLst>
        <pc:spChg chg="mod">
          <ac:chgData name="家凱 張" userId="fb1a83b4d77ab87e" providerId="LiveId" clId="{CE1AB5BB-DAE2-4CD1-80C3-7F8156DF1381}" dt="2024-02-20T03:11:50.953" v="192" actId="20577"/>
          <ac:spMkLst>
            <pc:docMk/>
            <pc:sldMk cId="3626526030" sldId="643"/>
            <ac:spMk id="2" creationId="{65574F83-D7D3-CBAF-5C55-331B44318810}"/>
          </ac:spMkLst>
        </pc:spChg>
        <pc:spChg chg="mod">
          <ac:chgData name="家凱 張" userId="fb1a83b4d77ab87e" providerId="LiveId" clId="{CE1AB5BB-DAE2-4CD1-80C3-7F8156DF1381}" dt="2024-02-20T03:15:53.539" v="378" actId="20577"/>
          <ac:spMkLst>
            <pc:docMk/>
            <pc:sldMk cId="3626526030" sldId="643"/>
            <ac:spMk id="3" creationId="{FC958D5D-4E02-8350-B5AA-ED3345992810}"/>
          </ac:spMkLst>
        </pc:spChg>
      </pc:sldChg>
      <pc:sldChg chg="addSp delSp modSp new mod modTransition modClrScheme chgLayout">
        <pc:chgData name="家凱 張" userId="fb1a83b4d77ab87e" providerId="LiveId" clId="{CE1AB5BB-DAE2-4CD1-80C3-7F8156DF1381}" dt="2024-02-20T11:01:09.630" v="756"/>
        <pc:sldMkLst>
          <pc:docMk/>
          <pc:sldMk cId="3998064248" sldId="644"/>
        </pc:sldMkLst>
        <pc:spChg chg="del mod ord">
          <ac:chgData name="家凱 張" userId="fb1a83b4d77ab87e" providerId="LiveId" clId="{CE1AB5BB-DAE2-4CD1-80C3-7F8156DF1381}" dt="2024-02-20T10:52:53.372" v="617" actId="700"/>
          <ac:spMkLst>
            <pc:docMk/>
            <pc:sldMk cId="3998064248" sldId="644"/>
            <ac:spMk id="2" creationId="{AFB88F7A-2DC4-3F5A-19C4-4979DC5BAEE3}"/>
          </ac:spMkLst>
        </pc:spChg>
        <pc:spChg chg="mod ord">
          <ac:chgData name="家凱 張" userId="fb1a83b4d77ab87e" providerId="LiveId" clId="{CE1AB5BB-DAE2-4CD1-80C3-7F8156DF1381}" dt="2024-02-20T10:52:53.372" v="617" actId="700"/>
          <ac:spMkLst>
            <pc:docMk/>
            <pc:sldMk cId="3998064248" sldId="644"/>
            <ac:spMk id="3" creationId="{E020E98E-C6E0-2FF3-527F-36073FD82B7D}"/>
          </ac:spMkLst>
        </pc:spChg>
        <pc:spChg chg="add mod ord">
          <ac:chgData name="家凱 張" userId="fb1a83b4d77ab87e" providerId="LiveId" clId="{CE1AB5BB-DAE2-4CD1-80C3-7F8156DF1381}" dt="2024-02-20T10:53:30.257" v="737" actId="20577"/>
          <ac:spMkLst>
            <pc:docMk/>
            <pc:sldMk cId="3998064248" sldId="644"/>
            <ac:spMk id="4" creationId="{6183F8F9-DB7D-34CF-F61E-4B00803B7137}"/>
          </ac:spMkLst>
        </pc:spChg>
        <pc:spChg chg="add mod ord">
          <ac:chgData name="家凱 張" userId="fb1a83b4d77ab87e" providerId="LiveId" clId="{CE1AB5BB-DAE2-4CD1-80C3-7F8156DF1381}" dt="2024-02-20T10:53:35.970" v="741" actId="20577"/>
          <ac:spMkLst>
            <pc:docMk/>
            <pc:sldMk cId="3998064248" sldId="644"/>
            <ac:spMk id="5" creationId="{55857FA2-59D7-03E3-FAE2-4CB8B82A9B39}"/>
          </ac:spMkLst>
        </pc:spChg>
      </pc:sldChg>
      <pc:sldChg chg="new del">
        <pc:chgData name="家凱 張" userId="fb1a83b4d77ab87e" providerId="LiveId" clId="{CE1AB5BB-DAE2-4CD1-80C3-7F8156DF1381}" dt="2024-02-23T14:59:45.264" v="762" actId="47"/>
        <pc:sldMkLst>
          <pc:docMk/>
          <pc:sldMk cId="1086191833" sldId="645"/>
        </pc:sldMkLst>
      </pc:sldChg>
    </pc:docChg>
  </pc:docChgLst>
  <pc:docChgLst>
    <pc:chgData name="家凱 張" userId="fb1a83b4d77ab87e" providerId="LiveId" clId="{DF137FEC-B026-4596-9FF7-21EF06875826}"/>
    <pc:docChg chg="undo custSel addSld modSld sldOrd">
      <pc:chgData name="家凱 張" userId="fb1a83b4d77ab87e" providerId="LiveId" clId="{DF137FEC-B026-4596-9FF7-21EF06875826}" dt="2024-05-28T08:34:36.972" v="312" actId="20577"/>
      <pc:docMkLst>
        <pc:docMk/>
      </pc:docMkLst>
      <pc:sldChg chg="modSp mod">
        <pc:chgData name="家凱 張" userId="fb1a83b4d77ab87e" providerId="LiveId" clId="{DF137FEC-B026-4596-9FF7-21EF06875826}" dt="2024-05-28T07:27:36.395" v="64" actId="1076"/>
        <pc:sldMkLst>
          <pc:docMk/>
          <pc:sldMk cId="858009255" sldId="323"/>
        </pc:sldMkLst>
        <pc:spChg chg="mod">
          <ac:chgData name="家凱 張" userId="fb1a83b4d77ab87e" providerId="LiveId" clId="{DF137FEC-B026-4596-9FF7-21EF06875826}" dt="2024-05-28T07:27:11.312" v="0" actId="1076"/>
          <ac:spMkLst>
            <pc:docMk/>
            <pc:sldMk cId="858009255" sldId="323"/>
            <ac:spMk id="2" creationId="{12B13D36-1AC7-58B0-EE35-C3D48336BCCC}"/>
          </ac:spMkLst>
        </pc:spChg>
        <pc:spChg chg="mod">
          <ac:chgData name="家凱 張" userId="fb1a83b4d77ab87e" providerId="LiveId" clId="{DF137FEC-B026-4596-9FF7-21EF06875826}" dt="2024-05-28T07:27:36.395" v="64" actId="1076"/>
          <ac:spMkLst>
            <pc:docMk/>
            <pc:sldMk cId="858009255" sldId="323"/>
            <ac:spMk id="5" creationId="{F3EF4AB7-5B0F-4EF2-A2A7-08034AF270E4}"/>
          </ac:spMkLst>
        </pc:spChg>
      </pc:sldChg>
      <pc:sldChg chg="new">
        <pc:chgData name="家凱 張" userId="fb1a83b4d77ab87e" providerId="LiveId" clId="{DF137FEC-B026-4596-9FF7-21EF06875826}" dt="2024-05-28T07:28:06.531" v="65" actId="680"/>
        <pc:sldMkLst>
          <pc:docMk/>
          <pc:sldMk cId="681995625" sldId="646"/>
        </pc:sldMkLst>
      </pc:sldChg>
      <pc:sldChg chg="addSp delSp modSp add mod ord">
        <pc:chgData name="家凱 張" userId="fb1a83b4d77ab87e" providerId="LiveId" clId="{DF137FEC-B026-4596-9FF7-21EF06875826}" dt="2024-05-28T08:34:36.972" v="312" actId="20577"/>
        <pc:sldMkLst>
          <pc:docMk/>
          <pc:sldMk cId="4186869091" sldId="647"/>
        </pc:sldMkLst>
        <pc:spChg chg="mod">
          <ac:chgData name="家凱 張" userId="fb1a83b4d77ab87e" providerId="LiveId" clId="{DF137FEC-B026-4596-9FF7-21EF06875826}" dt="2024-05-28T08:34:36.972" v="312" actId="20577"/>
          <ac:spMkLst>
            <pc:docMk/>
            <pc:sldMk cId="4186869091" sldId="647"/>
            <ac:spMk id="2" creationId="{BFF54E11-DF7F-6350-E0DF-C74FA97BD06D}"/>
          </ac:spMkLst>
        </pc:spChg>
        <pc:spChg chg="mod">
          <ac:chgData name="家凱 張" userId="fb1a83b4d77ab87e" providerId="LiveId" clId="{DF137FEC-B026-4596-9FF7-21EF06875826}" dt="2024-05-28T08:33:11.344" v="294" actId="20577"/>
          <ac:spMkLst>
            <pc:docMk/>
            <pc:sldMk cId="4186869091" sldId="647"/>
            <ac:spMk id="3" creationId="{1C25A72C-3F78-7AE8-10D9-0EAFF5FF9E18}"/>
          </ac:spMkLst>
        </pc:sp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6" creationId="{2B37D621-B9FE-5BB5-AAA5-0415CE437CE7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7" creationId="{AA84A934-5905-EB4F-2B93-ED067045EF21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8" creationId="{92D260B4-1FDA-D9FF-EEC1-5DF66AE27A11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15" creationId="{1CCE3244-1DCC-14D9-6804-491D8E913E35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16" creationId="{46685E73-0CD3-90E8-4E87-D5341E33A7AB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18" creationId="{AB126449-CD94-0B67-506B-0B0647D6C059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20" creationId="{BFEF4974-B354-8BEF-BBE8-273F4A72665A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21" creationId="{9192A2D6-06F9-3502-D767-DF1A5D5868DF}"/>
          </ac:picMkLst>
        </pc:picChg>
        <pc:picChg chg="add mod">
          <ac:chgData name="家凱 張" userId="fb1a83b4d77ab87e" providerId="LiveId" clId="{DF137FEC-B026-4596-9FF7-21EF06875826}" dt="2024-05-28T08:33:54.913" v="300" actId="1076"/>
          <ac:picMkLst>
            <pc:docMk/>
            <pc:sldMk cId="4186869091" sldId="647"/>
            <ac:picMk id="23" creationId="{2CCBED68-5B35-C986-C1A7-2080A9C37B26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24" creationId="{603CF81F-5E43-A6FA-8160-FFA3A729207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2652825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r">
              <a:defRPr sz="900"/>
            </a:lvl1pPr>
          </a:lstStyle>
          <a:p>
            <a:fld id="{05BF5AB9-3463-4E65-AFD3-5431B79ADFDC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2652825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9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D96E4122-44A8-472F-834A-4118C99117AA}"/>
              </a:ext>
            </a:extLst>
          </p:cNvPr>
          <p:cNvSpPr/>
          <p:nvPr/>
        </p:nvSpPr>
        <p:spPr>
          <a:xfrm>
            <a:off x="62765" y="7088119"/>
            <a:ext cx="4556436" cy="9683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96" tIns="36498" rIns="72996" bIns="36498" rtlCol="0" anchor="t"/>
          <a:lstStyle/>
          <a:p>
            <a:pPr marL="0" marR="0" lvl="0" indent="0" algn="l" defTabSz="729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900" b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Points】:</a:t>
            </a:r>
          </a:p>
          <a:p>
            <a:pPr algn="l"/>
            <a:endParaRPr lang="zh-TW" altLang="en-US" dirty="0"/>
          </a:p>
        </p:txBody>
      </p:sp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251142"/>
            <a:ext cx="2589258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652825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9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0-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投影片圖像版面配置區 3">
            <a:extLst>
              <a:ext uri="{FF2B5EF4-FFF2-40B4-BE49-F238E27FC236}">
                <a16:creationId xmlns:a16="http://schemas.microsoft.com/office/drawing/2014/main" id="{4D47F0D7-3EBA-47AE-A370-8D7B19D42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552450" y="652463"/>
            <a:ext cx="5788025" cy="3255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2996" tIns="36498" rIns="72996" bIns="36498" rtlCol="0" anchor="ctr"/>
          <a:lstStyle/>
          <a:p>
            <a:endParaRPr lang="zh-TW" altLang="en-US"/>
          </a:p>
        </p:txBody>
      </p:sp>
      <p:sp>
        <p:nvSpPr>
          <p:cNvPr id="12" name="備忘稿版面配置區 4">
            <a:extLst>
              <a:ext uri="{FF2B5EF4-FFF2-40B4-BE49-F238E27FC236}">
                <a16:creationId xmlns:a16="http://schemas.microsoft.com/office/drawing/2014/main" id="{4FB78182-320A-4FA1-9691-A264DE4D3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5" y="4028732"/>
            <a:ext cx="4556436" cy="3059387"/>
          </a:xfrm>
          <a:prstGeom prst="rect">
            <a:avLst/>
          </a:prstGeom>
        </p:spPr>
        <p:txBody>
          <a:bodyPr vert="horz" lIns="72996" tIns="36498" rIns="72996" bIns="36498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9144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8288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27432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36576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219200" y="3962400"/>
            <a:ext cx="21945600" cy="228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altLang="en-US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6553200"/>
            <a:ext cx="21945600" cy="3505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按一下以編輯母片子標題樣式</a:t>
            </a:r>
            <a:endParaRPr lang="en-US" altLang="en-US"/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93386810-1429-43DB-9BC0-8F070ACB5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188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5334"/>
            </a:lvl1pPr>
            <a:lvl2pPr>
              <a:defRPr sz="4266"/>
            </a:lvl2pPr>
            <a:lvl3pPr>
              <a:defRPr sz="3734"/>
            </a:lvl3pPr>
            <a:lvl4pPr>
              <a:defRPr sz="3734"/>
            </a:lvl4pPr>
            <a:lvl5pPr>
              <a:defRPr sz="3734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638E84F7-6DDD-4B4A-8988-A4AF16C94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6694485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26168" y="8813803"/>
            <a:ext cx="207264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926168" y="5813427"/>
            <a:ext cx="20726400" cy="3000374"/>
          </a:xfrm>
        </p:spPr>
        <p:txBody>
          <a:bodyPr anchor="b"/>
          <a:lstStyle>
            <a:lvl1pPr marL="0" indent="0">
              <a:buNone/>
              <a:defRPr sz="4000"/>
            </a:lvl1pPr>
            <a:lvl2pPr marL="914356" indent="0">
              <a:buNone/>
              <a:defRPr sz="3600"/>
            </a:lvl2pPr>
            <a:lvl3pPr marL="1828708" indent="0">
              <a:buNone/>
              <a:defRPr sz="3200"/>
            </a:lvl3pPr>
            <a:lvl4pPr marL="2743064" indent="0">
              <a:buNone/>
              <a:defRPr sz="2800"/>
            </a:lvl4pPr>
            <a:lvl5pPr marL="3657418" indent="0">
              <a:buNone/>
              <a:defRPr sz="2800"/>
            </a:lvl5pPr>
            <a:lvl6pPr marL="4571772" indent="0">
              <a:buNone/>
              <a:defRPr sz="2800"/>
            </a:lvl6pPr>
            <a:lvl7pPr marL="5486124" indent="0">
              <a:buNone/>
              <a:defRPr sz="2800"/>
            </a:lvl7pPr>
            <a:lvl8pPr marL="6400480" indent="0">
              <a:buNone/>
              <a:defRPr sz="2800"/>
            </a:lvl8pPr>
            <a:lvl9pPr marL="7314836" indent="0">
              <a:buNone/>
              <a:defRPr sz="2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86D7F827-9632-46B5-87E0-D7C395E56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109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16000" y="2393957"/>
            <a:ext cx="11176000" cy="8731250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598400" y="2393957"/>
            <a:ext cx="11176000" cy="8731250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D418BA64-A6D2-47A6-A0F6-E22ECD24B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10201023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549278"/>
            <a:ext cx="2194560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1" y="3070227"/>
            <a:ext cx="10773834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6" indent="0">
              <a:buNone/>
              <a:defRPr sz="4000" b="1"/>
            </a:lvl2pPr>
            <a:lvl3pPr marL="1828708" indent="0">
              <a:buNone/>
              <a:defRPr sz="3600" b="1"/>
            </a:lvl3pPr>
            <a:lvl4pPr marL="2743064" indent="0">
              <a:buNone/>
              <a:defRPr sz="3200" b="1"/>
            </a:lvl4pPr>
            <a:lvl5pPr marL="3657418" indent="0">
              <a:buNone/>
              <a:defRPr sz="3200" b="1"/>
            </a:lvl5pPr>
            <a:lvl6pPr marL="4571772" indent="0">
              <a:buNone/>
              <a:defRPr sz="3200" b="1"/>
            </a:lvl6pPr>
            <a:lvl7pPr marL="5486124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6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19201" y="4349750"/>
            <a:ext cx="10773834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12386741" y="3070227"/>
            <a:ext cx="10778066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6" indent="0">
              <a:buNone/>
              <a:defRPr sz="4000" b="1"/>
            </a:lvl2pPr>
            <a:lvl3pPr marL="1828708" indent="0">
              <a:buNone/>
              <a:defRPr sz="3600" b="1"/>
            </a:lvl3pPr>
            <a:lvl4pPr marL="2743064" indent="0">
              <a:buNone/>
              <a:defRPr sz="3200" b="1"/>
            </a:lvl4pPr>
            <a:lvl5pPr marL="3657418" indent="0">
              <a:buNone/>
              <a:defRPr sz="3200" b="1"/>
            </a:lvl5pPr>
            <a:lvl6pPr marL="4571772" indent="0">
              <a:buNone/>
              <a:defRPr sz="3200" b="1"/>
            </a:lvl6pPr>
            <a:lvl7pPr marL="5486124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6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12386741" y="4349750"/>
            <a:ext cx="1077806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投影片編號版面配置區 1">
            <a:extLst>
              <a:ext uri="{FF2B5EF4-FFF2-40B4-BE49-F238E27FC236}">
                <a16:creationId xmlns:a16="http://schemas.microsoft.com/office/drawing/2014/main" id="{87EE58D3-E9BB-4391-8407-9087284DE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8358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25929282-F562-404D-A852-E1BB5FE2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6208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1">
            <a:extLst>
              <a:ext uri="{FF2B5EF4-FFF2-40B4-BE49-F238E27FC236}">
                <a16:creationId xmlns:a16="http://schemas.microsoft.com/office/drawing/2014/main" id="{8E76EB59-7045-48AD-8DAF-ED564C4ED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179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6" y="546099"/>
            <a:ext cx="8022168" cy="2324102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33467" y="546109"/>
            <a:ext cx="13631334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6" y="2870207"/>
            <a:ext cx="8022168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356" indent="0">
              <a:buNone/>
              <a:defRPr sz="2400"/>
            </a:lvl2pPr>
            <a:lvl3pPr marL="1828708" indent="0">
              <a:buNone/>
              <a:defRPr sz="2000"/>
            </a:lvl3pPr>
            <a:lvl4pPr marL="2743064" indent="0">
              <a:buNone/>
              <a:defRPr sz="1800"/>
            </a:lvl4pPr>
            <a:lvl5pPr marL="3657418" indent="0">
              <a:buNone/>
              <a:defRPr sz="1800"/>
            </a:lvl5pPr>
            <a:lvl6pPr marL="4571772" indent="0">
              <a:buNone/>
              <a:defRPr sz="1800"/>
            </a:lvl6pPr>
            <a:lvl7pPr marL="5486124" indent="0">
              <a:buNone/>
              <a:defRPr sz="1800"/>
            </a:lvl7pPr>
            <a:lvl8pPr marL="6400480" indent="0">
              <a:buNone/>
              <a:defRPr sz="1800"/>
            </a:lvl8pPr>
            <a:lvl9pPr marL="7314836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ECD7766B-D7E6-4919-AD48-87CA8756B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530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79434" y="9601203"/>
            <a:ext cx="14630400" cy="113347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779434" y="1225550"/>
            <a:ext cx="146304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356" indent="0">
              <a:buNone/>
              <a:defRPr sz="5600"/>
            </a:lvl2pPr>
            <a:lvl3pPr marL="1828708" indent="0">
              <a:buNone/>
              <a:defRPr sz="4800"/>
            </a:lvl3pPr>
            <a:lvl4pPr marL="2743064" indent="0">
              <a:buNone/>
              <a:defRPr sz="4000"/>
            </a:lvl4pPr>
            <a:lvl5pPr marL="3657418" indent="0">
              <a:buNone/>
              <a:defRPr sz="4000"/>
            </a:lvl5pPr>
            <a:lvl6pPr marL="4571772" indent="0">
              <a:buNone/>
              <a:defRPr sz="4000"/>
            </a:lvl6pPr>
            <a:lvl7pPr marL="5486124" indent="0">
              <a:buNone/>
              <a:defRPr sz="4000"/>
            </a:lvl7pPr>
            <a:lvl8pPr marL="6400480" indent="0">
              <a:buNone/>
              <a:defRPr sz="4000"/>
            </a:lvl8pPr>
            <a:lvl9pPr marL="7314836" indent="0">
              <a:buNone/>
              <a:defRPr sz="4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779434" y="10734679"/>
            <a:ext cx="14630400" cy="1609726"/>
          </a:xfrm>
        </p:spPr>
        <p:txBody>
          <a:bodyPr/>
          <a:lstStyle>
            <a:lvl1pPr marL="0" indent="0">
              <a:buNone/>
              <a:defRPr sz="2800"/>
            </a:lvl1pPr>
            <a:lvl2pPr marL="914356" indent="0">
              <a:buNone/>
              <a:defRPr sz="2400"/>
            </a:lvl2pPr>
            <a:lvl3pPr marL="1828708" indent="0">
              <a:buNone/>
              <a:defRPr sz="2000"/>
            </a:lvl3pPr>
            <a:lvl4pPr marL="2743064" indent="0">
              <a:buNone/>
              <a:defRPr sz="1800"/>
            </a:lvl4pPr>
            <a:lvl5pPr marL="3657418" indent="0">
              <a:buNone/>
              <a:defRPr sz="1800"/>
            </a:lvl5pPr>
            <a:lvl6pPr marL="4571772" indent="0">
              <a:buNone/>
              <a:defRPr sz="1800"/>
            </a:lvl6pPr>
            <a:lvl7pPr marL="5486124" indent="0">
              <a:buNone/>
              <a:defRPr sz="1800"/>
            </a:lvl7pPr>
            <a:lvl8pPr marL="6400480" indent="0">
              <a:buNone/>
              <a:defRPr sz="1800"/>
            </a:lvl8pPr>
            <a:lvl9pPr marL="7314836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AE3762E0-DFEE-4E08-B1C2-0B59EACDB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7154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8507E7A4-4D10-4EC2-B124-E983B5723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3993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8084800" y="809633"/>
            <a:ext cx="5689600" cy="1031557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16000" y="809633"/>
            <a:ext cx="16662400" cy="1031557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F8BE4206-5798-4B11-9EF8-4A0D9D0C4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213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873" y="457209"/>
            <a:ext cx="23046266" cy="16478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8875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395207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F5122E4C-123C-4EEC-B7C2-E1A9A4A72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34216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標題，兩項物件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873" y="457209"/>
            <a:ext cx="23046266" cy="16478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68875" y="2390783"/>
            <a:ext cx="11319934" cy="45275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68875" y="7223129"/>
            <a:ext cx="11319934" cy="45307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half" idx="3"/>
          </p:nvPr>
        </p:nvSpPr>
        <p:spPr>
          <a:xfrm>
            <a:off x="12395207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D9D7CB5-D33F-42EE-82CB-5CFED640F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68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6DC03-A39C-4550-B734-07AC126B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F9C6D87F-BC28-4936-A537-A565319FD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91886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377284"/>
            <a:ext cx="2275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Place Slide Title Here</a:t>
            </a:r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2249488"/>
            <a:ext cx="22758400" cy="1009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en-US" dirty="0"/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AEC05093-A115-487B-8B8E-92A775BAC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 dirty="0">
              <a:solidFill>
                <a:srgbClr val="FFFF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602F20-F873-466E-959A-55CB07BC7BF5}"/>
              </a:ext>
            </a:extLst>
          </p:cNvPr>
          <p:cNvSpPr/>
          <p:nvPr userDrawn="1"/>
        </p:nvSpPr>
        <p:spPr bwMode="auto">
          <a:xfrm>
            <a:off x="94656" y="12546632"/>
            <a:ext cx="6408712" cy="1080120"/>
          </a:xfrm>
          <a:prstGeom prst="rect">
            <a:avLst/>
          </a:prstGeom>
          <a:solidFill>
            <a:srgbClr val="065FA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91440" rIns="182880" bIns="9144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36C48A-7B3F-42B4-95C3-4A2294F87625}"/>
              </a:ext>
            </a:extLst>
          </p:cNvPr>
          <p:cNvSpPr txBox="1"/>
          <p:nvPr userDrawn="1"/>
        </p:nvSpPr>
        <p:spPr>
          <a:xfrm>
            <a:off x="238672" y="12702741"/>
            <a:ext cx="629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rgbClr val="065FA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r>
              <a:rPr lang="en-US" altLang="zh-TW" sz="3600" b="1" dirty="0">
                <a:solidFill>
                  <a:srgbClr val="065FA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-Python (GS4719C)</a:t>
            </a:r>
            <a:endParaRPr lang="zh-TW" altLang="en-US" sz="7200" b="1" dirty="0">
              <a:solidFill>
                <a:srgbClr val="065FA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A67D47-2C8B-93EB-DAD4-F60666C77F93}"/>
              </a:ext>
            </a:extLst>
          </p:cNvPr>
          <p:cNvSpPr txBox="1"/>
          <p:nvPr userDrawn="1"/>
        </p:nvSpPr>
        <p:spPr>
          <a:xfrm>
            <a:off x="1181138" y="12667754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生成式人工智慧導論</a:t>
            </a:r>
          </a:p>
        </p:txBody>
      </p:sp>
      <p:pic>
        <p:nvPicPr>
          <p:cNvPr id="7" name="Picture 2" descr="苗圃計畫 | 2020-2022 夥伴學校 國立中央大學">
            <a:extLst>
              <a:ext uri="{FF2B5EF4-FFF2-40B4-BE49-F238E27FC236}">
                <a16:creationId xmlns:a16="http://schemas.microsoft.com/office/drawing/2014/main" id="{998983B3-DDF0-2404-4A9D-69666AF1B4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0" y="12618640"/>
            <a:ext cx="109485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1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72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5pPr>
      <a:lvl6pPr marL="914356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6pPr>
      <a:lvl7pPr marL="1828708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7pPr>
      <a:lvl8pPr marL="2743064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8pPr>
      <a:lvl9pPr marL="3657418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9pPr>
    </p:titleStyle>
    <p:bodyStyle>
      <a:lvl1pPr marL="349234" indent="-34923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n"/>
        <a:defRPr sz="53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015948" indent="-43495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4266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714416" indent="-352410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2412882" indent="-469878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marL="2965302" indent="-32383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3879658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6pPr>
      <a:lvl7pPr marL="4794010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7pPr>
      <a:lvl8pPr marL="5708366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8pPr>
      <a:lvl9pPr marL="6622720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6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4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8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4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6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ballsavant.mlb.com/" TargetMode="External"/><Relationship Id="rId2" Type="http://schemas.openxmlformats.org/officeDocument/2006/relationships/hyperlink" Target="https://statsapi.mlb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03857E6-CE0C-0673-B55F-3CDCB212C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18528A"/>
                </a:solidFill>
                <a:latin typeface="Microsoft JhengHei"/>
              </a:rPr>
              <a:t>MLB </a:t>
            </a:r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棒球數據分析與 </a:t>
            </a:r>
            <a:r>
              <a:rPr lang="en-US" altLang="zh-TW" dirty="0">
                <a:solidFill>
                  <a:srgbClr val="18528A"/>
                </a:solidFill>
                <a:latin typeface="Microsoft JhengHei"/>
              </a:rPr>
              <a:t>GenAI </a:t>
            </a:r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智慧預測平台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669C01D2-327C-9DCC-C35E-2CCD4DAC23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5400" dirty="0">
                <a:solidFill>
                  <a:srgbClr val="585858"/>
                </a:solidFill>
                <a:latin typeface="Microsoft JhengHei"/>
              </a:rPr>
              <a:t>114-2 GenAI </a:t>
            </a:r>
            <a:r>
              <a:rPr lang="zh-TW" altLang="en-US" sz="5400" dirty="0">
                <a:solidFill>
                  <a:srgbClr val="585858"/>
                </a:solidFill>
                <a:latin typeface="Microsoft JhengHei"/>
              </a:rPr>
              <a:t>期末個人專題</a:t>
            </a:r>
            <a:endParaRPr lang="en-US" altLang="zh-TW" sz="5400" dirty="0">
              <a:solidFill>
                <a:srgbClr val="585858"/>
              </a:solidFill>
              <a:latin typeface="Microsoft JhengHei"/>
            </a:endParaRPr>
          </a:p>
          <a:p>
            <a:r>
              <a:rPr lang="zh-TW" altLang="en-US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整合 </a:t>
            </a:r>
            <a:r>
              <a:rPr lang="en-US" altLang="zh-TW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2024 MLB </a:t>
            </a:r>
            <a:r>
              <a:rPr lang="zh-TW" altLang="en-US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資料、</a:t>
            </a:r>
            <a:r>
              <a:rPr lang="en-US" altLang="zh-TW" sz="4000" dirty="0" err="1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Statcast</a:t>
            </a:r>
            <a:r>
              <a:rPr lang="zh-TW" altLang="en-US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 指標、機器學習與生成式 </a:t>
            </a:r>
            <a:r>
              <a:rPr lang="en-US" altLang="zh-TW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AI </a:t>
            </a:r>
            <a:r>
              <a:rPr lang="zh-TW" altLang="en-US" sz="4000" dirty="0">
                <a:solidFill>
                  <a:schemeClr val="accent1">
                    <a:lumMod val="75000"/>
                  </a:schemeClr>
                </a:solidFill>
                <a:latin typeface="Microsoft JhengHei"/>
              </a:rPr>
              <a:t>的全端分析專題</a:t>
            </a:r>
            <a:endParaRPr lang="en-US" altLang="zh-TW" sz="4000" dirty="0">
              <a:solidFill>
                <a:schemeClr val="accent1">
                  <a:lumMod val="75000"/>
                </a:schemeClr>
              </a:solidFill>
              <a:latin typeface="Microsoft JhengHei"/>
            </a:endParaRPr>
          </a:p>
          <a:p>
            <a:endParaRPr lang="en-US" altLang="zh-TW" sz="5400" dirty="0">
              <a:solidFill>
                <a:srgbClr val="585858"/>
              </a:solidFill>
              <a:latin typeface="Microsoft JhengHei"/>
            </a:endParaRPr>
          </a:p>
          <a:p>
            <a:r>
              <a:rPr lang="zh-TW" altLang="en-US" sz="5400" dirty="0">
                <a:solidFill>
                  <a:srgbClr val="585858"/>
                </a:solidFill>
                <a:latin typeface="Microsoft JhengHei"/>
              </a:rPr>
              <a:t>資工三     </a:t>
            </a:r>
            <a:r>
              <a:rPr lang="en-US" altLang="zh-TW" sz="5400" dirty="0">
                <a:solidFill>
                  <a:srgbClr val="585858"/>
                </a:solidFill>
                <a:latin typeface="Microsoft JhengHei"/>
              </a:rPr>
              <a:t>112502006</a:t>
            </a:r>
            <a:r>
              <a:rPr lang="zh-TW" altLang="en-US" sz="5400" dirty="0">
                <a:solidFill>
                  <a:srgbClr val="585858"/>
                </a:solidFill>
                <a:latin typeface="Microsoft JhengHei"/>
              </a:rPr>
              <a:t>   林暐傑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130F8C-1A49-0311-C584-FD6BF96D0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8195158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1B6CF-8F72-1B85-E48B-6075D332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研究動機與目標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E7520-269E-C08C-BD30-43B8AD6FD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動機 </a:t>
            </a:r>
            <a:r>
              <a:rPr lang="en-US" altLang="zh-TW" sz="5400" dirty="0"/>
              <a:t>:</a:t>
            </a:r>
            <a:r>
              <a:rPr lang="zh-TW" altLang="en-US" sz="5400" dirty="0"/>
              <a:t> </a:t>
            </a:r>
            <a:r>
              <a:rPr lang="zh-TW" altLang="zh-TW" sz="5400" dirty="0"/>
              <a:t>市面上並沒有一個整合式平台能將傳統賽事數據與 Statcast 進階指標結合在一起，同時提供互動式視覺化與 AI 預測功能</a:t>
            </a:r>
            <a:endParaRPr lang="en-US" altLang="zh-TW" sz="5400" dirty="0"/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endParaRPr lang="en-US" altLang="zh-TW" sz="5400" dirty="0"/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目標：建立可查詢、可比較、可解釋、可展示的 </a:t>
            </a:r>
            <a:r>
              <a:rPr lang="en-US" altLang="zh-TW" sz="5400" dirty="0"/>
              <a:t>MLB </a:t>
            </a:r>
            <a:r>
              <a:rPr lang="zh-TW" altLang="en-US" sz="5400" dirty="0"/>
              <a:t>分析平台，把資料工程、</a:t>
            </a:r>
            <a:r>
              <a:rPr lang="en-US" altLang="zh-TW" sz="5400" dirty="0"/>
              <a:t>Web</a:t>
            </a:r>
            <a:r>
              <a:rPr lang="zh-TW" altLang="en-US" sz="5400" dirty="0"/>
              <a:t>、</a:t>
            </a:r>
            <a:r>
              <a:rPr lang="en-US" altLang="zh-TW" sz="5400" dirty="0"/>
              <a:t>ML</a:t>
            </a:r>
            <a:r>
              <a:rPr lang="zh-TW" altLang="en-US" sz="5400" dirty="0"/>
              <a:t> 與 </a:t>
            </a:r>
            <a:r>
              <a:rPr lang="en-US" altLang="zh-TW" sz="5400" dirty="0"/>
              <a:t>GenAI </a:t>
            </a:r>
            <a:r>
              <a:rPr lang="zh-TW" altLang="en-US" sz="5400" dirty="0"/>
              <a:t>串成完整使用流程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3771D-60D2-58EC-2C14-FE12674E1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8778087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DED3-9BBA-4650-0E0D-03FA6A86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評分面向對應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0DBA56-F212-157A-F702-CE847FADD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</a:t>
            </a:fld>
            <a:endParaRPr lang="zh-TW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500CF9E-6BDD-5E1D-446B-8C79C3EA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跨域創新：運動分析 </a:t>
            </a:r>
            <a:r>
              <a:rPr lang="en-US" altLang="zh-TW" sz="5400" dirty="0"/>
              <a:t>× </a:t>
            </a:r>
            <a:r>
              <a:rPr lang="zh-TW" altLang="en-US" sz="5400" dirty="0"/>
              <a:t>全端開發 </a:t>
            </a:r>
            <a:r>
              <a:rPr lang="en-US" altLang="zh-TW" sz="5400" dirty="0"/>
              <a:t>× ML × GenAI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內容完整：資料、</a:t>
            </a:r>
            <a:r>
              <a:rPr lang="en-US" altLang="zh-TW" sz="5400" dirty="0"/>
              <a:t>API</a:t>
            </a:r>
            <a:r>
              <a:rPr lang="zh-TW" altLang="en-US" sz="5400" dirty="0"/>
              <a:t>、前端、模型、圖表與文字分析皆串接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內容正確：資料表、特徵、指標與模型輸出可回溯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圖表與版面：以表格、趨勢圖、勝率條、</a:t>
            </a:r>
            <a:r>
              <a:rPr lang="en-US" altLang="zh-TW" sz="5400" dirty="0"/>
              <a:t>SHAP</a:t>
            </a:r>
            <a:r>
              <a:rPr lang="zh-TW" altLang="en-US" sz="5400" dirty="0"/>
              <a:t> 圖呈現重點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26030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DB18C3-6785-CF65-4F35-2C856BB4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系統架構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C3E3ED3-15D2-60B1-80FD-BA84ED7B8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20721" y="1545820"/>
            <a:ext cx="12673408" cy="1062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959E9D-4227-508A-DF15-DD0D88627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</a:t>
            </a:fld>
            <a:endParaRPr lang="zh-TW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678C4C8-C85C-08C0-9B4F-2E4777FBD288}"/>
              </a:ext>
            </a:extLst>
          </p:cNvPr>
          <p:cNvSpPr txBox="1"/>
          <p:nvPr/>
        </p:nvSpPr>
        <p:spPr>
          <a:xfrm>
            <a:off x="14024128" y="4265712"/>
            <a:ext cx="44805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4000" dirty="0"/>
              <a:t>Frontend：Next.js / React / TypeScript / Recharts</a:t>
            </a:r>
            <a:endParaRPr lang="en-US" sz="4000" dirty="0"/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endParaRPr sz="4000" dirty="0"/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4000" dirty="0" err="1"/>
              <a:t>Backend：Python</a:t>
            </a:r>
            <a:r>
              <a:rPr sz="4000" dirty="0"/>
              <a:t> </a:t>
            </a:r>
            <a:r>
              <a:rPr sz="4000" dirty="0" err="1"/>
              <a:t>FastAPI</a:t>
            </a:r>
            <a:r>
              <a:rPr sz="4000" dirty="0"/>
              <a:t> + RESTful API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D580E65A-5DBD-AE12-7890-C507911E61B8}"/>
              </a:ext>
            </a:extLst>
          </p:cNvPr>
          <p:cNvSpPr txBox="1"/>
          <p:nvPr/>
        </p:nvSpPr>
        <p:spPr>
          <a:xfrm>
            <a:off x="19464808" y="4265712"/>
            <a:ext cx="448056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4000" dirty="0" err="1"/>
              <a:t>Database：SQLite</a:t>
            </a:r>
            <a:r>
              <a:rPr sz="4000" dirty="0"/>
              <a:t> + </a:t>
            </a:r>
            <a:r>
              <a:rPr sz="4000" dirty="0" err="1"/>
              <a:t>SQLAlchemy</a:t>
            </a:r>
            <a:r>
              <a:rPr sz="4000" dirty="0"/>
              <a:t> ORM</a:t>
            </a:r>
            <a:endParaRPr lang="en-US" sz="4000" dirty="0"/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endParaRPr sz="4000" dirty="0"/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4000" dirty="0"/>
              <a:t>AI </a:t>
            </a:r>
            <a:r>
              <a:rPr sz="4000" dirty="0" err="1"/>
              <a:t>Layer：Random</a:t>
            </a:r>
            <a:r>
              <a:rPr sz="4000" dirty="0"/>
              <a:t> Forest </a:t>
            </a:r>
            <a:r>
              <a:rPr sz="4000" dirty="0" err="1"/>
              <a:t>勝率預測</a:t>
            </a:r>
            <a:r>
              <a:rPr sz="4000" dirty="0"/>
              <a:t> + GenAI </a:t>
            </a:r>
            <a:r>
              <a:rPr sz="4000" dirty="0" err="1"/>
              <a:t>分析文字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3310873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DB18C3-6785-CF65-4F35-2C856BB4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資料管線與資料庫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959E9D-4227-508A-DF15-DD0D88627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</a:t>
            </a:fld>
            <a:endParaRPr lang="zh-TW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8DFBD0C-08B3-4C17-8ACF-2DED41F04096}"/>
              </a:ext>
            </a:extLst>
          </p:cNvPr>
          <p:cNvSpPr txBox="1"/>
          <p:nvPr/>
        </p:nvSpPr>
        <p:spPr>
          <a:xfrm>
            <a:off x="12395200" y="4280371"/>
            <a:ext cx="448056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5400" dirty="0"/>
              <a:t>資料表：7 </a:t>
            </a:r>
            <a:r>
              <a:rPr sz="5400" dirty="0" err="1"/>
              <a:t>個主要資料表</a:t>
            </a:r>
            <a:endParaRPr sz="5400" dirty="0"/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5400" dirty="0" err="1"/>
              <a:t>球隊</a:t>
            </a:r>
            <a:r>
              <a:rPr sz="5400" dirty="0"/>
              <a:t> 30 </a:t>
            </a:r>
            <a:r>
              <a:rPr sz="5400" dirty="0" err="1"/>
              <a:t>筆、球員</a:t>
            </a:r>
            <a:r>
              <a:rPr sz="5400" dirty="0"/>
              <a:t> 1453 </a:t>
            </a:r>
            <a:r>
              <a:rPr sz="5400" dirty="0" err="1"/>
              <a:t>筆、比賽</a:t>
            </a:r>
            <a:r>
              <a:rPr sz="5400" dirty="0"/>
              <a:t> 2566 筆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18FE253-A75C-A4A7-1FA1-D7E82B9B697E}"/>
              </a:ext>
            </a:extLst>
          </p:cNvPr>
          <p:cNvSpPr txBox="1"/>
          <p:nvPr/>
        </p:nvSpPr>
        <p:spPr>
          <a:xfrm>
            <a:off x="18600712" y="3759307"/>
            <a:ext cx="4480560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5400" dirty="0" err="1"/>
              <a:t>打擊逐場</a:t>
            </a:r>
            <a:r>
              <a:rPr sz="5400" dirty="0"/>
              <a:t> 52742 </a:t>
            </a:r>
            <a:r>
              <a:rPr sz="5400" dirty="0" err="1"/>
              <a:t>筆、投球逐場</a:t>
            </a:r>
            <a:r>
              <a:rPr sz="5400" dirty="0"/>
              <a:t> 21531 筆</a:t>
            </a:r>
          </a:p>
          <a:p>
            <a:pPr>
              <a:spcAft>
                <a:spcPts val="600"/>
              </a:spcAft>
              <a:defRPr sz="2100" b="1">
                <a:solidFill>
                  <a:srgbClr val="1E1E1E"/>
                </a:solidFill>
                <a:latin typeface="Microsoft JhengHei"/>
              </a:defRPr>
            </a:pPr>
            <a:r>
              <a:rPr sz="5400" dirty="0" err="1"/>
              <a:t>Statcast</a:t>
            </a:r>
            <a:r>
              <a:rPr sz="5400" dirty="0"/>
              <a:t>/Savant </a:t>
            </a:r>
            <a:r>
              <a:rPr sz="5400" dirty="0" err="1"/>
              <a:t>指標</a:t>
            </a:r>
            <a:r>
              <a:rPr sz="5400" dirty="0"/>
              <a:t> 1451 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1DB83D-ED54-8535-70FB-E4D5D4B2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01" y="1457400"/>
            <a:ext cx="11161240" cy="1059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492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887857-186E-7897-2CCB-BF5371AC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核心功能一：總覽與排行榜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2D9A6B-BC69-1C82-0C6D-A3719A1F8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6</a:t>
            </a:fld>
            <a:endParaRPr lang="zh-TW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6E33B5-AAD7-73A7-239F-1CC99C1EFDD8}"/>
              </a:ext>
            </a:extLst>
          </p:cNvPr>
          <p:cNvSpPr txBox="1"/>
          <p:nvPr/>
        </p:nvSpPr>
        <p:spPr>
          <a:xfrm>
            <a:off x="11759952" y="4560621"/>
            <a:ext cx="1219449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首頁呈現關鍵領先者、近期比賽與 </a:t>
            </a:r>
            <a:r>
              <a:rPr lang="en-US" altLang="zh-TW" sz="5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Statcast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重點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排行榜支援打擊、投球、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Savant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三類資料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可排序、分頁與依隊伍條件查詢，適合展示與比較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AA057C-577E-8673-30FD-1FEFF7DC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9" y="1672684"/>
            <a:ext cx="8945740" cy="106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469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8D07-05CC-FA7E-B303-D3705E2F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5C97CD-B4F9-EC1C-2704-CFE13313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核心功能二：球員分析頁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DADC82-885C-92D3-2574-E6056F937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7</a:t>
            </a:fld>
            <a:endParaRPr lang="zh-TW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8FC192-53E1-0728-0AD2-0C21AD010611}"/>
              </a:ext>
            </a:extLst>
          </p:cNvPr>
          <p:cNvSpPr txBox="1"/>
          <p:nvPr/>
        </p:nvSpPr>
        <p:spPr>
          <a:xfrm>
            <a:off x="11759952" y="4560621"/>
            <a:ext cx="1219449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/>
              <a:t>球員頁整合基本資料、傳統統計、逐場紀錄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en-US" altLang="zh-TW" sz="5400" dirty="0" err="1"/>
              <a:t>Statcast</a:t>
            </a:r>
            <a:r>
              <a:rPr lang="zh-TW" altLang="en-US" sz="5400" dirty="0"/>
              <a:t> 區塊呈現 </a:t>
            </a:r>
            <a:r>
              <a:rPr lang="en-US" altLang="zh-TW" sz="5400" dirty="0"/>
              <a:t>Avg EV</a:t>
            </a:r>
            <a:r>
              <a:rPr lang="zh-TW" altLang="en-US" sz="5400" dirty="0"/>
              <a:t>、</a:t>
            </a:r>
            <a:r>
              <a:rPr lang="en-US" altLang="zh-TW" sz="5400" dirty="0"/>
              <a:t>Max</a:t>
            </a:r>
            <a:r>
              <a:rPr lang="zh-TW" altLang="en-US" sz="5400" dirty="0"/>
              <a:t> </a:t>
            </a:r>
            <a:r>
              <a:rPr lang="en-US" altLang="zh-TW" sz="5400" dirty="0"/>
              <a:t>EV</a:t>
            </a:r>
            <a:r>
              <a:rPr lang="zh-TW" altLang="en-US" sz="5400" dirty="0"/>
              <a:t>、</a:t>
            </a:r>
            <a:r>
              <a:rPr lang="en-US" altLang="zh-TW" sz="5400" dirty="0"/>
              <a:t>Barrel%</a:t>
            </a:r>
            <a:r>
              <a:rPr lang="zh-TW" altLang="en-US" sz="5400" dirty="0"/>
              <a:t>、</a:t>
            </a:r>
            <a:r>
              <a:rPr lang="en-US" altLang="zh-TW" sz="5400" dirty="0"/>
              <a:t>Launch Angle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en-US" altLang="zh-TW" sz="5400" dirty="0" err="1"/>
              <a:t>xBA</a:t>
            </a:r>
            <a:r>
              <a:rPr lang="zh-TW" altLang="en-US" sz="5400" dirty="0"/>
              <a:t> </a:t>
            </a:r>
            <a:r>
              <a:rPr lang="en-US" altLang="zh-TW" sz="5400" dirty="0"/>
              <a:t>/ </a:t>
            </a:r>
            <a:r>
              <a:rPr lang="en-US" altLang="zh-TW" sz="5400" dirty="0" err="1"/>
              <a:t>xSLG</a:t>
            </a:r>
            <a:r>
              <a:rPr lang="zh-TW" altLang="en-US" sz="5400" dirty="0"/>
              <a:t> </a:t>
            </a:r>
            <a:r>
              <a:rPr lang="en-US" altLang="zh-TW" sz="5400" dirty="0"/>
              <a:t>/ </a:t>
            </a:r>
            <a:r>
              <a:rPr lang="en-US" altLang="zh-TW" sz="5400" dirty="0" err="1"/>
              <a:t>xwOBA</a:t>
            </a:r>
            <a:r>
              <a:rPr lang="zh-TW" altLang="en-US" sz="5400" dirty="0"/>
              <a:t> 用於比較實際表現與預期表現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DA213F-9330-180B-5482-31C81DD79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6" y="1672684"/>
            <a:ext cx="8807624" cy="106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473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ACF5-1891-16BA-4451-F5754DF1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55B5D-9CE3-95BC-5035-D8E575B4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核心功能三：比賽與 </a:t>
            </a:r>
            <a:r>
              <a:rPr lang="en-US" altLang="zh-TW" dirty="0">
                <a:solidFill>
                  <a:srgbClr val="18528A"/>
                </a:solidFill>
                <a:latin typeface="Microsoft JhengHei"/>
              </a:rPr>
              <a:t>AI </a:t>
            </a:r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預測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E320-0958-0197-4D2E-D65C08E45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8</a:t>
            </a:fld>
            <a:endParaRPr lang="zh-TW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7EA79B-31A9-B6C9-0C78-588B655B6CD7}"/>
              </a:ext>
            </a:extLst>
          </p:cNvPr>
          <p:cNvSpPr txBox="1"/>
          <p:nvPr/>
        </p:nvSpPr>
        <p:spPr>
          <a:xfrm>
            <a:off x="11759952" y="4560621"/>
            <a:ext cx="121944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以近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場滾動勝率與得失分差建立賽前勝率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比賽頁顯示主客隊勝率條與預測結果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賽後可檢視模型預測是否命中，形成可展示的回饋閉環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1A2C0D-704A-8A5B-FC65-6D16539DF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4" y="1961456"/>
            <a:ext cx="11066148" cy="1029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5064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CCCF-49EC-8BE1-94BC-858DCDBD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7076C4-970D-576F-4B0E-96D35370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18528A"/>
                </a:solidFill>
                <a:latin typeface="Microsoft JhengHei"/>
              </a:rPr>
              <a:t>GenAI </a:t>
            </a:r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分析設計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21E66F-71A1-DF65-5CB3-0ADAB23DF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5B48B2-3F64-20D6-FE3F-3DE9615FE8D3}"/>
              </a:ext>
            </a:extLst>
          </p:cNvPr>
          <p:cNvSpPr txBox="1"/>
          <p:nvPr/>
        </p:nvSpPr>
        <p:spPr>
          <a:xfrm>
            <a:off x="11759952" y="4560621"/>
            <a:ext cx="1219449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Gemini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OpenAI API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產生自然語言分析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 key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時使用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rule-based fallback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，確保展示流程不中斷</a:t>
            </a:r>
          </a:p>
          <a:p>
            <a:pPr>
              <a:spcAft>
                <a:spcPts val="600"/>
              </a:spcAft>
              <a:defRPr sz="23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球員分析與比賽分析皆已串接前端元件與後端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DAB3CC-3702-B17B-AEEC-526AE4A1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6" y="2105472"/>
            <a:ext cx="11327904" cy="99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9056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B8E2E-055D-3DC3-D2E2-B95A2CFD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模型訓練與驗證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5B9553-D4FD-20C2-4586-553BA32D9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10</a:t>
            </a:fld>
            <a:endParaRPr lang="zh-TW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C10F2C5-AD37-90B7-35BF-23F31DE57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999831"/>
              </p:ext>
            </p:extLst>
          </p:nvPr>
        </p:nvGraphicFramePr>
        <p:xfrm>
          <a:off x="1883751" y="2393504"/>
          <a:ext cx="20616498" cy="8352928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3436083">
                  <a:extLst>
                    <a:ext uri="{9D8B030D-6E8A-4147-A177-3AD203B41FA5}">
                      <a16:colId xmlns:a16="http://schemas.microsoft.com/office/drawing/2014/main" val="2475651713"/>
                    </a:ext>
                  </a:extLst>
                </a:gridCol>
                <a:gridCol w="3436083">
                  <a:extLst>
                    <a:ext uri="{9D8B030D-6E8A-4147-A177-3AD203B41FA5}">
                      <a16:colId xmlns:a16="http://schemas.microsoft.com/office/drawing/2014/main" val="3677350122"/>
                    </a:ext>
                  </a:extLst>
                </a:gridCol>
                <a:gridCol w="3436083">
                  <a:extLst>
                    <a:ext uri="{9D8B030D-6E8A-4147-A177-3AD203B41FA5}">
                      <a16:colId xmlns:a16="http://schemas.microsoft.com/office/drawing/2014/main" val="2698578036"/>
                    </a:ext>
                  </a:extLst>
                </a:gridCol>
                <a:gridCol w="3436083">
                  <a:extLst>
                    <a:ext uri="{9D8B030D-6E8A-4147-A177-3AD203B41FA5}">
                      <a16:colId xmlns:a16="http://schemas.microsoft.com/office/drawing/2014/main" val="1103234765"/>
                    </a:ext>
                  </a:extLst>
                </a:gridCol>
                <a:gridCol w="3436083">
                  <a:extLst>
                    <a:ext uri="{9D8B030D-6E8A-4147-A177-3AD203B41FA5}">
                      <a16:colId xmlns:a16="http://schemas.microsoft.com/office/drawing/2014/main" val="4045165046"/>
                    </a:ext>
                  </a:extLst>
                </a:gridCol>
                <a:gridCol w="3436083">
                  <a:extLst>
                    <a:ext uri="{9D8B030D-6E8A-4147-A177-3AD203B41FA5}">
                      <a16:colId xmlns:a16="http://schemas.microsoft.com/office/drawing/2014/main" val="3772315566"/>
                    </a:ext>
                  </a:extLst>
                </a:gridCol>
              </a:tblGrid>
              <a:tr h="1864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平均準確率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AUC-ROC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Precision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Recall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3266209"/>
                  </a:ext>
                </a:extLst>
              </a:tr>
              <a:tr h="3719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Logistic Regression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0.5790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0.6065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0.6035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0.5959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0.5996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1816881"/>
                  </a:ext>
                </a:extLst>
              </a:tr>
              <a:tr h="27694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Random Forest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0.5786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0.6010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0.6018</a:t>
                      </a:r>
                      <a:endParaRPr lang="zh-TW" sz="5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0.6013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0.6015</a:t>
                      </a:r>
                      <a:endParaRPr lang="zh-TW" sz="5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850218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9D88585-D0D3-E6F3-6CD1-3572F46D6415}"/>
              </a:ext>
            </a:extLst>
          </p:cNvPr>
          <p:cNvSpPr txBox="1"/>
          <p:nvPr/>
        </p:nvSpPr>
        <p:spPr>
          <a:xfrm>
            <a:off x="3515036" y="11113309"/>
            <a:ext cx="173539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 </a:t>
            </a:r>
            <a:r>
              <a:rPr lang="en-US" altLang="zh-TW" sz="4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TimeSeriesSplit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4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GridSearchCV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，讓模型流程更貼近賽季時間脈絡</a:t>
            </a:r>
          </a:p>
        </p:txBody>
      </p:sp>
    </p:spTree>
    <p:extLst>
      <p:ext uri="{BB962C8B-B14F-4D97-AF65-F5344CB8AC3E}">
        <p14:creationId xmlns:p14="http://schemas.microsoft.com/office/powerpoint/2010/main" val="345904331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BBB0-FEB0-BCA9-024A-B8AAE3B6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D8B300-02D5-ECCB-A6DE-C4E6C6E8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18528A"/>
                </a:solidFill>
                <a:latin typeface="Microsoft JhengHei"/>
              </a:rPr>
              <a:t>SHAP </a:t>
            </a:r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可解釋性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BBF294-F90C-12C0-AED0-B7FDB0BB7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11</a:t>
            </a:fld>
            <a:endParaRPr lang="zh-TW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F05EC1-4719-A775-1A97-0B9B69BEE52B}"/>
              </a:ext>
            </a:extLst>
          </p:cNvPr>
          <p:cNvSpPr txBox="1"/>
          <p:nvPr/>
        </p:nvSpPr>
        <p:spPr>
          <a:xfrm>
            <a:off x="11687944" y="3776895"/>
            <a:ext cx="1219449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E1E1E"/>
                </a:solidFill>
                <a:latin typeface="Microsoft JhengHei"/>
              </a:defRPr>
            </a:pP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SHAP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結果顯示 </a:t>
            </a:r>
            <a:r>
              <a:rPr lang="en-US" altLang="zh-TW" sz="5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win_pct_diff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是主要影響特徵</a:t>
            </a:r>
          </a:p>
          <a:p>
            <a:pPr>
              <a:spcAft>
                <a:spcPts val="600"/>
              </a:spcAft>
              <a:defRPr sz="2200" b="1">
                <a:solidFill>
                  <a:srgbClr val="1E1E1E"/>
                </a:solidFill>
                <a:latin typeface="Microsoft JhengHei"/>
              </a:defRPr>
            </a:pPr>
            <a:r>
              <a:rPr lang="en-US" altLang="zh-TW" sz="5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away_win_pct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5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home_win_pct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也提供近期狀態判斷依據</a:t>
            </a:r>
          </a:p>
          <a:p>
            <a:pPr>
              <a:spcAft>
                <a:spcPts val="600"/>
              </a:spcAft>
              <a:defRPr sz="2200" b="1">
                <a:solidFill>
                  <a:srgbClr val="1E1E1E"/>
                </a:solidFill>
                <a:latin typeface="Microsoft JhengHei"/>
              </a:defRPr>
            </a:pP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系統已輸出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 Plot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 Plot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 Curve </a:t>
            </a:r>
            <a:r>
              <a: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Confusion Matrix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4242CA1-E410-AE92-D042-9B4EA66F6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28" y="1672684"/>
            <a:ext cx="8658517" cy="1034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2705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5885-48A2-688C-CA52-08C83871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67499-D30B-27B2-3C39-4E4F5C59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引用文獻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A89622-A30F-0473-8EEF-809A186E1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12</a:t>
            </a:fld>
            <a:endParaRPr lang="zh-TW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785983-050F-6411-BF9A-704A215EEDDE}"/>
              </a:ext>
            </a:extLst>
          </p:cNvPr>
          <p:cNvSpPr txBox="1"/>
          <p:nvPr/>
        </p:nvSpPr>
        <p:spPr>
          <a:xfrm>
            <a:off x="31853" y="2681536"/>
            <a:ext cx="2438399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zh-TW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Lundberg, S. M., &amp; Lee, S.-I. (2017). A unified approach to interpreting model predictions. Advances in Neural Information Processing Systems, 30.</a:t>
            </a:r>
          </a:p>
          <a:p>
            <a:endParaRPr lang="zh-TW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scikit-learn developers. (2024). scikit-learn: Machine learning in Python. Retrieved from https://scikit-learn.org/</a:t>
            </a:r>
            <a:endParaRPr lang="zh-TW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106595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5557E-DE1B-241D-951F-77FA2A97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告知來源出處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52A10-66C7-BD0A-7B6C-BA672537B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21088"/>
            <a:ext cx="24384000" cy="10094912"/>
          </a:xfrm>
        </p:spPr>
        <p:txBody>
          <a:bodyPr/>
          <a:lstStyle/>
          <a:p>
            <a:r>
              <a:rPr lang="en-US" altLang="zh-TW" sz="5400" dirty="0"/>
              <a:t>Major League Baseball. (2024). MLB Stats API. Retrieved from </a:t>
            </a:r>
            <a:r>
              <a:rPr lang="zh-TW" altLang="en-US" sz="5400" dirty="0"/>
              <a:t>   </a:t>
            </a:r>
            <a:r>
              <a:rPr lang="en-US" altLang="zh-TW" sz="5400" dirty="0">
                <a:hlinkClick r:id="rId2"/>
              </a:rPr>
              <a:t>https://statsapi.mlb.com/</a:t>
            </a:r>
            <a:endParaRPr lang="en-US" altLang="zh-TW" sz="5400" dirty="0"/>
          </a:p>
          <a:p>
            <a:endParaRPr lang="zh-TW" altLang="zh-TW" sz="5400" dirty="0"/>
          </a:p>
          <a:p>
            <a:r>
              <a:rPr lang="en-US" altLang="zh-TW" sz="5400" dirty="0"/>
              <a:t>Baseball Savant. (2024). </a:t>
            </a:r>
            <a:r>
              <a:rPr lang="en-US" altLang="zh-TW" sz="5400" dirty="0" err="1"/>
              <a:t>Statcast</a:t>
            </a:r>
            <a:r>
              <a:rPr lang="en-US" altLang="zh-TW" sz="5400" dirty="0"/>
              <a:t> Search and player metrics. Retrieved from </a:t>
            </a:r>
            <a:r>
              <a:rPr lang="en-US" altLang="zh-TW" sz="5400" dirty="0">
                <a:hlinkClick r:id="rId3"/>
              </a:rPr>
              <a:t>https://baseballsavant.mlb.com/</a:t>
            </a:r>
            <a:endParaRPr lang="en-US" altLang="zh-TW" sz="5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5FD102-C4AD-CC8C-3BD2-5384347CD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13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1445028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C4219-1BB9-C124-7721-BE6E06F4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未來展望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D27D15-5C38-84D9-F59F-46E62A5F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 err="1"/>
              <a:t>模型延伸：在既有</a:t>
            </a:r>
            <a:r>
              <a:rPr dirty="0"/>
              <a:t> Random Forest </a:t>
            </a:r>
            <a:r>
              <a:rPr dirty="0" err="1"/>
              <a:t>與近</a:t>
            </a:r>
            <a:r>
              <a:rPr dirty="0"/>
              <a:t> 10 </a:t>
            </a:r>
            <a:r>
              <a:rPr dirty="0" err="1"/>
              <a:t>場滾動特徵上，加入先發投手</a:t>
            </a:r>
            <a:r>
              <a:rPr dirty="0"/>
              <a:t> </a:t>
            </a:r>
            <a:r>
              <a:rPr dirty="0" err="1"/>
              <a:t>ERA、牛棚消耗、連勝連敗、主客場分布與</a:t>
            </a:r>
            <a:r>
              <a:rPr dirty="0"/>
              <a:t> Pitcher vs Batter </a:t>
            </a:r>
            <a:r>
              <a:rPr dirty="0" err="1"/>
              <a:t>對戰脈絡</a:t>
            </a:r>
            <a:r>
              <a:rPr dirty="0"/>
              <a:t>。</a:t>
            </a:r>
            <a:endParaRPr lang="zh-TW" altLang="en-US" dirty="0"/>
          </a:p>
          <a:p>
            <a:r>
              <a:rPr dirty="0"/>
              <a:t>GenAI </a:t>
            </a:r>
            <a:r>
              <a:rPr dirty="0" err="1"/>
              <a:t>延伸：將</a:t>
            </a:r>
            <a:r>
              <a:rPr dirty="0"/>
              <a:t> SHAP </a:t>
            </a:r>
            <a:r>
              <a:rPr dirty="0" err="1"/>
              <a:t>特徵、Statcast</a:t>
            </a:r>
            <a:r>
              <a:rPr dirty="0"/>
              <a:t> </a:t>
            </a:r>
            <a:r>
              <a:rPr dirty="0" err="1"/>
              <a:t>指標與近期比賽事件整合成更完整的賽前故事線，讓分析文字同時能說明數據依據與比賽觀察</a:t>
            </a:r>
            <a:r>
              <a:rPr dirty="0"/>
              <a:t>。</a:t>
            </a:r>
          </a:p>
          <a:p>
            <a:r>
              <a:rPr dirty="0" err="1"/>
              <a:t>資料與部署延伸：將</a:t>
            </a:r>
            <a:r>
              <a:rPr dirty="0"/>
              <a:t> SQLite </a:t>
            </a:r>
            <a:r>
              <a:rPr dirty="0" err="1"/>
              <a:t>成果平滑延伸到</a:t>
            </a:r>
            <a:r>
              <a:rPr dirty="0"/>
              <a:t> </a:t>
            </a:r>
            <a:r>
              <a:rPr dirty="0" err="1"/>
              <a:t>PostgreSQL，並規劃</a:t>
            </a:r>
            <a:r>
              <a:rPr dirty="0"/>
              <a:t> </a:t>
            </a:r>
            <a:r>
              <a:rPr dirty="0" err="1"/>
              <a:t>Docker、Vercel、Railway</a:t>
            </a:r>
            <a:r>
              <a:rPr dirty="0"/>
              <a:t> 與 CI/</a:t>
            </a:r>
            <a:r>
              <a:rPr dirty="0" err="1"/>
              <a:t>CD，讓專題可作為公開展示平台</a:t>
            </a:r>
            <a:r>
              <a:rPr dirty="0"/>
              <a:t>。</a:t>
            </a:r>
          </a:p>
          <a:p>
            <a:r>
              <a:rPr dirty="0" err="1"/>
              <a:t>互動展示延伸：增加球員比較、球隊趨勢、模型解釋頁與報告匯出，讓使用者能從查詢、比較到解讀一次完成</a:t>
            </a:r>
            <a:r>
              <a:rPr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D756FE-3FCD-8A8A-2611-360E98626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r>
              <a:rPr dirty="0"/>
              <a:t>1</a:t>
            </a:r>
            <a:r>
              <a:rPr lang="en-US" altLang="zh-TW" dirty="0"/>
              <a:t>4</a:t>
            </a:r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00637931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dirty="0">
                <a:solidFill>
                  <a:srgbClr val="18528A"/>
                </a:solidFill>
                <a:latin typeface="Microsoft JhengHei"/>
              </a:rPr>
              <a:t>結論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本專題完成從資料擷取、資料庫、FastAPI、Next.js </a:t>
            </a:r>
            <a:r>
              <a:rPr dirty="0" err="1"/>
              <a:t>前端到</a:t>
            </a:r>
            <a:r>
              <a:rPr dirty="0"/>
              <a:t> ML/GenAI </a:t>
            </a:r>
            <a:r>
              <a:rPr dirty="0" err="1"/>
              <a:t>分析的完整鏈條，將棒球資料轉換成可展示的互動平台</a:t>
            </a:r>
            <a:r>
              <a:rPr dirty="0"/>
              <a:t>。</a:t>
            </a:r>
          </a:p>
          <a:p>
            <a:r>
              <a:rPr dirty="0" err="1"/>
              <a:t>Statcast</a:t>
            </a:r>
            <a:r>
              <a:rPr dirty="0"/>
              <a:t> </a:t>
            </a:r>
            <a:r>
              <a:rPr dirty="0" err="1"/>
              <a:t>指標補足傳統數據，Random</a:t>
            </a:r>
            <a:r>
              <a:rPr dirty="0"/>
              <a:t> Forest 與 SHAP </a:t>
            </a:r>
            <a:r>
              <a:rPr dirty="0" err="1"/>
              <a:t>提供可解釋預測，GenAI</a:t>
            </a:r>
            <a:r>
              <a:rPr dirty="0"/>
              <a:t> </a:t>
            </a:r>
            <a:r>
              <a:rPr dirty="0" err="1"/>
              <a:t>則把數字整理成容易理解的分析敘事</a:t>
            </a:r>
            <a:r>
              <a:rPr dirty="0"/>
              <a:t>。</a:t>
            </a:r>
          </a:p>
          <a:p>
            <a:r>
              <a:rPr dirty="0" err="1"/>
              <a:t>整體而言，這個平台不只是查詢</a:t>
            </a:r>
            <a:r>
              <a:rPr dirty="0"/>
              <a:t> MLB </a:t>
            </a:r>
            <a:r>
              <a:rPr dirty="0" err="1"/>
              <a:t>數據，而是把資料工程、AI</a:t>
            </a:r>
            <a:r>
              <a:rPr dirty="0"/>
              <a:t> </a:t>
            </a:r>
            <a:r>
              <a:rPr dirty="0" err="1"/>
              <a:t>模型與生成式分析整合成一個可延伸的運動分析作品</a:t>
            </a:r>
            <a:r>
              <a:rPr dirty="0"/>
              <a:t>。</a:t>
            </a: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A6F5B703-97A4-3F8E-8A80-5D670370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600712" y="12762656"/>
            <a:ext cx="5486400" cy="730250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15</a:t>
            </a:fld>
            <a:endParaRPr 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LabVIEW360">
  <a:themeElements>
    <a:clrScheme name="自訂 1">
      <a:dk1>
        <a:srgbClr val="000000"/>
      </a:dk1>
      <a:lt1>
        <a:srgbClr val="FFFFFF"/>
      </a:lt1>
      <a:dk2>
        <a:srgbClr val="5C81B5"/>
      </a:dk2>
      <a:lt2>
        <a:srgbClr val="A8ADB0"/>
      </a:lt2>
      <a:accent1>
        <a:srgbClr val="5C81B5"/>
      </a:accent1>
      <a:accent2>
        <a:srgbClr val="697033"/>
      </a:accent2>
      <a:accent3>
        <a:srgbClr val="FFFFFF"/>
      </a:accent3>
      <a:accent4>
        <a:srgbClr val="000000"/>
      </a:accent4>
      <a:accent5>
        <a:srgbClr val="D8D9C8"/>
      </a:accent5>
      <a:accent6>
        <a:srgbClr val="5E652D"/>
      </a:accent6>
      <a:hlink>
        <a:srgbClr val="EDB906"/>
      </a:hlink>
      <a:folHlink>
        <a:srgbClr val="8E5872"/>
      </a:folHlink>
    </a:clrScheme>
    <a:fontScheme name="1_NI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b="1"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>
    <a:extraClrScheme>
      <a:clrScheme name="1_NI 1">
        <a:dk1>
          <a:srgbClr val="000000"/>
        </a:dk1>
        <a:lt1>
          <a:srgbClr val="FFFFFF"/>
        </a:lt1>
        <a:dk2>
          <a:srgbClr val="A2BBDA"/>
        </a:dk2>
        <a:lt2>
          <a:srgbClr val="B5BABD"/>
        </a:lt2>
        <a:accent1>
          <a:srgbClr val="B3B58F"/>
        </a:accent1>
        <a:accent2>
          <a:srgbClr val="565D24"/>
        </a:accent2>
        <a:accent3>
          <a:srgbClr val="FFFFFF"/>
        </a:accent3>
        <a:accent4>
          <a:srgbClr val="000000"/>
        </a:accent4>
        <a:accent5>
          <a:srgbClr val="D6D7C6"/>
        </a:accent5>
        <a:accent6>
          <a:srgbClr val="4D5320"/>
        </a:accent6>
        <a:hlink>
          <a:srgbClr val="ECB105"/>
        </a:hlink>
        <a:folHlink>
          <a:srgbClr val="7B46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2" id="{68AE512C-3C64-43BE-B6FF-313C1046A3A3}" vid="{1DEABE25-CB2D-468C-9D70-2597E6FB45F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LabVIEW360</Template>
  <TotalTime>12569</TotalTime>
  <Words>851</Words>
  <Application>Microsoft Office PowerPoint</Application>
  <PresentationFormat>自定义</PresentationFormat>
  <Paragraphs>99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Microsoft JhengHei</vt:lpstr>
      <vt:lpstr>Microsoft JhengHei</vt:lpstr>
      <vt:lpstr>Arial</vt:lpstr>
      <vt:lpstr>Calibri</vt:lpstr>
      <vt:lpstr>Wingdings</vt:lpstr>
      <vt:lpstr>1_LabVIEW360</vt:lpstr>
      <vt:lpstr>MLB 棒球數據分析與 GenAI 智慧預測平台</vt:lpstr>
      <vt:lpstr>研究動機與目標</vt:lpstr>
      <vt:lpstr>評分面向對應</vt:lpstr>
      <vt:lpstr>系統架構</vt:lpstr>
      <vt:lpstr>資料管線與資料庫</vt:lpstr>
      <vt:lpstr>核心功能一：總覽與排行榜</vt:lpstr>
      <vt:lpstr>核心功能二：球員分析頁</vt:lpstr>
      <vt:lpstr>核心功能三：比賽與 AI 預測</vt:lpstr>
      <vt:lpstr>GenAI 分析設計</vt:lpstr>
      <vt:lpstr>模型訓練與驗證</vt:lpstr>
      <vt:lpstr>SHAP 可解釋性</vt:lpstr>
      <vt:lpstr>引用文獻</vt:lpstr>
      <vt:lpstr>告知來源出處</vt:lpstr>
      <vt:lpstr>未來展望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Benjamin</dc:creator>
  <cp:lastModifiedBy>暐傑 林</cp:lastModifiedBy>
  <cp:revision>429</cp:revision>
  <cp:lastPrinted>2022-12-05T16:22:19Z</cp:lastPrinted>
  <dcterms:created xsi:type="dcterms:W3CDTF">2019-04-17T09:27:11Z</dcterms:created>
  <dcterms:modified xsi:type="dcterms:W3CDTF">2026-06-24T09:05:44Z</dcterms:modified>
</cp:coreProperties>
</file>